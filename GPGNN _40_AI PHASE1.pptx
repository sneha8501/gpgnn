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5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320" r:id="rId18"/>
    <p:sldId id="271" r:id="rId19"/>
    <p:sldId id="272" r:id="rId20"/>
    <p:sldId id="273" r:id="rId21"/>
    <p:sldId id="274" r:id="rId22"/>
    <p:sldId id="287" r:id="rId23"/>
    <p:sldId id="275" r:id="rId24"/>
    <p:sldId id="299" r:id="rId25"/>
    <p:sldId id="293" r:id="rId26"/>
    <p:sldId id="300" r:id="rId27"/>
    <p:sldId id="276" r:id="rId28"/>
    <p:sldId id="283" r:id="rId29"/>
    <p:sldId id="284" r:id="rId30"/>
    <p:sldId id="286" r:id="rId31"/>
    <p:sldId id="285" r:id="rId32"/>
    <p:sldId id="301" r:id="rId33"/>
    <p:sldId id="303" r:id="rId34"/>
    <p:sldId id="302" r:id="rId35"/>
    <p:sldId id="304" r:id="rId36"/>
    <p:sldId id="306" r:id="rId37"/>
    <p:sldId id="305" r:id="rId38"/>
    <p:sldId id="307" r:id="rId39"/>
    <p:sldId id="308" r:id="rId40"/>
    <p:sldId id="309" r:id="rId41"/>
    <p:sldId id="310" r:id="rId42"/>
    <p:sldId id="311" r:id="rId43"/>
    <p:sldId id="312" r:id="rId44"/>
    <p:sldId id="313" r:id="rId45"/>
    <p:sldId id="314" r:id="rId46"/>
    <p:sldId id="315" r:id="rId47"/>
    <p:sldId id="316" r:id="rId48"/>
    <p:sldId id="317" r:id="rId49"/>
    <p:sldId id="318" r:id="rId50"/>
    <p:sldId id="319" r:id="rId51"/>
    <p:sldId id="296" r:id="rId52"/>
    <p:sldId id="297" r:id="rId53"/>
    <p:sldId id="294" r:id="rId54"/>
    <p:sldId id="288" r:id="rId55"/>
    <p:sldId id="289" r:id="rId56"/>
    <p:sldId id="281" r:id="rId57"/>
    <p:sldId id="282" r:id="rId58"/>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7C38C-5F9C-BB43-1AA5-150B05AE2C5E}" v="897" dt="2022-12-07T11:14:23.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2" d="100"/>
          <a:sy n="82" d="100"/>
        </p:scale>
        <p:origin x="55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microsoft.com/office/2016/11/relationships/changesInfo" Target="changesInfos/changesInfo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lavelli Durga Naga Jahnavi - [CB.EN.U4CSE19135]" userId="S::cb.en.u4cse19135@cb.students.amrita.edu::74cf003d-706a-4b01-a4f9-d7177035e9d2" providerId="AD" clId="Web-{7787C38C-5F9C-BB43-1AA5-150B05AE2C5E}"/>
    <pc:docChg chg="addSld delSld modSld">
      <pc:chgData name="Nelavelli Durga Naga Jahnavi - [CB.EN.U4CSE19135]" userId="S::cb.en.u4cse19135@cb.students.amrita.edu::74cf003d-706a-4b01-a4f9-d7177035e9d2" providerId="AD" clId="Web-{7787C38C-5F9C-BB43-1AA5-150B05AE2C5E}" dt="2022-12-07T11:14:23.602" v="826" actId="1076"/>
      <pc:docMkLst>
        <pc:docMk/>
      </pc:docMkLst>
      <pc:sldChg chg="modSp">
        <pc:chgData name="Nelavelli Durga Naga Jahnavi - [CB.EN.U4CSE19135]" userId="S::cb.en.u4cse19135@cb.students.amrita.edu::74cf003d-706a-4b01-a4f9-d7177035e9d2" providerId="AD" clId="Web-{7787C38C-5F9C-BB43-1AA5-150B05AE2C5E}" dt="2022-12-07T11:12:36.880" v="818"/>
        <pc:sldMkLst>
          <pc:docMk/>
          <pc:sldMk cId="0" sldId="256"/>
        </pc:sldMkLst>
        <pc:graphicFrameChg chg="mod modGraphic">
          <ac:chgData name="Nelavelli Durga Naga Jahnavi - [CB.EN.U4CSE19135]" userId="S::cb.en.u4cse19135@cb.students.amrita.edu::74cf003d-706a-4b01-a4f9-d7177035e9d2" providerId="AD" clId="Web-{7787C38C-5F9C-BB43-1AA5-150B05AE2C5E}" dt="2022-12-07T11:12:36.880" v="818"/>
          <ac:graphicFrameMkLst>
            <pc:docMk/>
            <pc:sldMk cId="0" sldId="256"/>
            <ac:graphicFrameMk id="2" creationId="{5AEF9AF0-2D00-4E1A-209C-7980700D06EA}"/>
          </ac:graphicFrameMkLst>
        </pc:graphicFrameChg>
      </pc:sldChg>
      <pc:sldChg chg="addSp modSp">
        <pc:chgData name="Nelavelli Durga Naga Jahnavi - [CB.EN.U4CSE19135]" userId="S::cb.en.u4cse19135@cb.students.amrita.edu::74cf003d-706a-4b01-a4f9-d7177035e9d2" providerId="AD" clId="Web-{7787C38C-5F9C-BB43-1AA5-150B05AE2C5E}" dt="2022-12-07T11:14:23.602" v="826" actId="1076"/>
        <pc:sldMkLst>
          <pc:docMk/>
          <pc:sldMk cId="0" sldId="257"/>
        </pc:sldMkLst>
        <pc:picChg chg="add mod">
          <ac:chgData name="Nelavelli Durga Naga Jahnavi - [CB.EN.U4CSE19135]" userId="S::cb.en.u4cse19135@cb.students.amrita.edu::74cf003d-706a-4b01-a4f9-d7177035e9d2" providerId="AD" clId="Web-{7787C38C-5F9C-BB43-1AA5-150B05AE2C5E}" dt="2022-12-07T11:14:23.602" v="826" actId="1076"/>
          <ac:picMkLst>
            <pc:docMk/>
            <pc:sldMk cId="0" sldId="257"/>
            <ac:picMk id="2" creationId="{5E747347-47BB-76A1-3EF7-5A9D3A45AE12}"/>
          </ac:picMkLst>
        </pc:picChg>
      </pc:sldChg>
      <pc:sldChg chg="add del">
        <pc:chgData name="Nelavelli Durga Naga Jahnavi - [CB.EN.U4CSE19135]" userId="S::cb.en.u4cse19135@cb.students.amrita.edu::74cf003d-706a-4b01-a4f9-d7177035e9d2" providerId="AD" clId="Web-{7787C38C-5F9C-BB43-1AA5-150B05AE2C5E}" dt="2022-12-07T08:51:57.362" v="1"/>
        <pc:sldMkLst>
          <pc:docMk/>
          <pc:sldMk cId="0" sldId="260"/>
        </pc:sldMkLst>
      </pc:sldChg>
      <pc:sldChg chg="addSp delSp modSp">
        <pc:chgData name="Nelavelli Durga Naga Jahnavi - [CB.EN.U4CSE19135]" userId="S::cb.en.u4cse19135@cb.students.amrita.edu::74cf003d-706a-4b01-a4f9-d7177035e9d2" providerId="AD" clId="Web-{7787C38C-5F9C-BB43-1AA5-150B05AE2C5E}" dt="2022-12-07T09:34:01.280" v="219" actId="14100"/>
        <pc:sldMkLst>
          <pc:docMk/>
          <pc:sldMk cId="0" sldId="276"/>
        </pc:sldMkLst>
        <pc:picChg chg="add mod modCrop">
          <ac:chgData name="Nelavelli Durga Naga Jahnavi - [CB.EN.U4CSE19135]" userId="S::cb.en.u4cse19135@cb.students.amrita.edu::74cf003d-706a-4b01-a4f9-d7177035e9d2" providerId="AD" clId="Web-{7787C38C-5F9C-BB43-1AA5-150B05AE2C5E}" dt="2022-12-07T09:34:01.280" v="219" actId="14100"/>
          <ac:picMkLst>
            <pc:docMk/>
            <pc:sldMk cId="0" sldId="276"/>
            <ac:picMk id="2" creationId="{6483F208-5B8F-3D2B-A4B3-FC6777729E31}"/>
          </ac:picMkLst>
        </pc:picChg>
        <pc:picChg chg="del">
          <ac:chgData name="Nelavelli Durga Naga Jahnavi - [CB.EN.U4CSE19135]" userId="S::cb.en.u4cse19135@cb.students.amrita.edu::74cf003d-706a-4b01-a4f9-d7177035e9d2" providerId="AD" clId="Web-{7787C38C-5F9C-BB43-1AA5-150B05AE2C5E}" dt="2022-12-07T09:32:46.481" v="203"/>
          <ac:picMkLst>
            <pc:docMk/>
            <pc:sldMk cId="0" sldId="276"/>
            <ac:picMk id="4" creationId="{A90A967F-9D9F-3939-E880-455B18F247B2}"/>
          </ac:picMkLst>
        </pc:picChg>
      </pc:sldChg>
      <pc:sldChg chg="addSp delSp modSp">
        <pc:chgData name="Nelavelli Durga Naga Jahnavi - [CB.EN.U4CSE19135]" userId="S::cb.en.u4cse19135@cb.students.amrita.edu::74cf003d-706a-4b01-a4f9-d7177035e9d2" providerId="AD" clId="Web-{7787C38C-5F9C-BB43-1AA5-150B05AE2C5E}" dt="2022-12-07T09:35:32.705" v="237" actId="14100"/>
        <pc:sldMkLst>
          <pc:docMk/>
          <pc:sldMk cId="2690375343" sldId="283"/>
        </pc:sldMkLst>
        <pc:picChg chg="add mod modCrop">
          <ac:chgData name="Nelavelli Durga Naga Jahnavi - [CB.EN.U4CSE19135]" userId="S::cb.en.u4cse19135@cb.students.amrita.edu::74cf003d-706a-4b01-a4f9-d7177035e9d2" providerId="AD" clId="Web-{7787C38C-5F9C-BB43-1AA5-150B05AE2C5E}" dt="2022-12-07T09:35:32.705" v="237" actId="14100"/>
          <ac:picMkLst>
            <pc:docMk/>
            <pc:sldMk cId="2690375343" sldId="283"/>
            <ac:picMk id="2" creationId="{1F3182F8-9810-76C4-F9AD-16733F821420}"/>
          </ac:picMkLst>
        </pc:picChg>
        <pc:picChg chg="del">
          <ac:chgData name="Nelavelli Durga Naga Jahnavi - [CB.EN.U4CSE19135]" userId="S::cb.en.u4cse19135@cb.students.amrita.edu::74cf003d-706a-4b01-a4f9-d7177035e9d2" providerId="AD" clId="Web-{7787C38C-5F9C-BB43-1AA5-150B05AE2C5E}" dt="2022-12-07T09:34:24.406" v="220"/>
          <ac:picMkLst>
            <pc:docMk/>
            <pc:sldMk cId="2690375343" sldId="283"/>
            <ac:picMk id="5" creationId="{07B6E0D2-C406-1BA4-DDB5-37E11B84B719}"/>
          </ac:picMkLst>
        </pc:picChg>
      </pc:sldChg>
      <pc:sldChg chg="addSp delSp modSp">
        <pc:chgData name="Nelavelli Durga Naga Jahnavi - [CB.EN.U4CSE19135]" userId="S::cb.en.u4cse19135@cb.students.amrita.edu::74cf003d-706a-4b01-a4f9-d7177035e9d2" providerId="AD" clId="Web-{7787C38C-5F9C-BB43-1AA5-150B05AE2C5E}" dt="2022-12-07T09:38:36.382" v="260" actId="1076"/>
        <pc:sldMkLst>
          <pc:docMk/>
          <pc:sldMk cId="3214621937" sldId="284"/>
        </pc:sldMkLst>
        <pc:spChg chg="add del mod">
          <ac:chgData name="Nelavelli Durga Naga Jahnavi - [CB.EN.U4CSE19135]" userId="S::cb.en.u4cse19135@cb.students.amrita.edu::74cf003d-706a-4b01-a4f9-d7177035e9d2" providerId="AD" clId="Web-{7787C38C-5F9C-BB43-1AA5-150B05AE2C5E}" dt="2022-12-07T09:38:20.773" v="254"/>
          <ac:spMkLst>
            <pc:docMk/>
            <pc:sldMk cId="3214621937" sldId="284"/>
            <ac:spMk id="4" creationId="{E6A4D35D-697A-AE2D-97A6-DD14BE6A7D90}"/>
          </ac:spMkLst>
        </pc:spChg>
        <pc:picChg chg="add del mod modCrop">
          <ac:chgData name="Nelavelli Durga Naga Jahnavi - [CB.EN.U4CSE19135]" userId="S::cb.en.u4cse19135@cb.students.amrita.edu::74cf003d-706a-4b01-a4f9-d7177035e9d2" providerId="AD" clId="Web-{7787C38C-5F9C-BB43-1AA5-150B05AE2C5E}" dt="2022-12-07T09:38:36.382" v="260" actId="1076"/>
          <ac:picMkLst>
            <pc:docMk/>
            <pc:sldMk cId="3214621937" sldId="284"/>
            <ac:picMk id="2" creationId="{90B64AD5-7D61-91F3-244D-2376D40E0747}"/>
          </ac:picMkLst>
        </pc:picChg>
        <pc:picChg chg="add del mod">
          <ac:chgData name="Nelavelli Durga Naga Jahnavi - [CB.EN.U4CSE19135]" userId="S::cb.en.u4cse19135@cb.students.amrita.edu::74cf003d-706a-4b01-a4f9-d7177035e9d2" providerId="AD" clId="Web-{7787C38C-5F9C-BB43-1AA5-150B05AE2C5E}" dt="2022-12-07T09:38:20.773" v="255"/>
          <ac:picMkLst>
            <pc:docMk/>
            <pc:sldMk cId="3214621937" sldId="284"/>
            <ac:picMk id="3" creationId="{0A6921B1-6A76-9522-BFB6-524AAC89EC18}"/>
          </ac:picMkLst>
        </pc:picChg>
        <pc:picChg chg="del">
          <ac:chgData name="Nelavelli Durga Naga Jahnavi - [CB.EN.U4CSE19135]" userId="S::cb.en.u4cse19135@cb.students.amrita.edu::74cf003d-706a-4b01-a4f9-d7177035e9d2" providerId="AD" clId="Web-{7787C38C-5F9C-BB43-1AA5-150B05AE2C5E}" dt="2022-12-07T09:34:42.703" v="222"/>
          <ac:picMkLst>
            <pc:docMk/>
            <pc:sldMk cId="3214621937" sldId="284"/>
            <ac:picMk id="5" creationId="{B8C107F1-00F2-4927-2E3A-E061E1C52260}"/>
          </ac:picMkLst>
        </pc:picChg>
        <pc:picChg chg="add del mod">
          <ac:chgData name="Nelavelli Durga Naga Jahnavi - [CB.EN.U4CSE19135]" userId="S::cb.en.u4cse19135@cb.students.amrita.edu::74cf003d-706a-4b01-a4f9-d7177035e9d2" providerId="AD" clId="Web-{7787C38C-5F9C-BB43-1AA5-150B05AE2C5E}" dt="2022-12-07T09:38:27.413" v="257"/>
          <ac:picMkLst>
            <pc:docMk/>
            <pc:sldMk cId="3214621937" sldId="284"/>
            <ac:picMk id="6" creationId="{A666C9F3-37E3-75C2-A54C-1B93E1CB7933}"/>
          </ac:picMkLst>
        </pc:picChg>
      </pc:sldChg>
      <pc:sldChg chg="addSp delSp modSp">
        <pc:chgData name="Nelavelli Durga Naga Jahnavi - [CB.EN.U4CSE19135]" userId="S::cb.en.u4cse19135@cb.students.amrita.edu::74cf003d-706a-4b01-a4f9-d7177035e9d2" providerId="AD" clId="Web-{7787C38C-5F9C-BB43-1AA5-150B05AE2C5E}" dt="2022-12-07T09:02:08.364" v="89" actId="14100"/>
        <pc:sldMkLst>
          <pc:docMk/>
          <pc:sldMk cId="2273217165" sldId="288"/>
        </pc:sldMkLst>
        <pc:picChg chg="add mod">
          <ac:chgData name="Nelavelli Durga Naga Jahnavi - [CB.EN.U4CSE19135]" userId="S::cb.en.u4cse19135@cb.students.amrita.edu::74cf003d-706a-4b01-a4f9-d7177035e9d2" providerId="AD" clId="Web-{7787C38C-5F9C-BB43-1AA5-150B05AE2C5E}" dt="2022-12-07T09:02:08.364" v="89" actId="14100"/>
          <ac:picMkLst>
            <pc:docMk/>
            <pc:sldMk cId="2273217165" sldId="288"/>
            <ac:picMk id="3" creationId="{FBCF25A7-BCC9-8260-D4BF-91F4C009DB56}"/>
          </ac:picMkLst>
        </pc:picChg>
        <pc:picChg chg="add del">
          <ac:chgData name="Nelavelli Durga Naga Jahnavi - [CB.EN.U4CSE19135]" userId="S::cb.en.u4cse19135@cb.students.amrita.edu::74cf003d-706a-4b01-a4f9-d7177035e9d2" providerId="AD" clId="Web-{7787C38C-5F9C-BB43-1AA5-150B05AE2C5E}" dt="2022-12-07T09:01:31.332" v="76"/>
          <ac:picMkLst>
            <pc:docMk/>
            <pc:sldMk cId="2273217165" sldId="288"/>
            <ac:picMk id="7" creationId="{79927856-E71F-AC43-D1AA-61C03E947315}"/>
          </ac:picMkLst>
        </pc:picChg>
      </pc:sldChg>
      <pc:sldChg chg="addSp delSp add del">
        <pc:chgData name="Nelavelli Durga Naga Jahnavi - [CB.EN.U4CSE19135]" userId="S::cb.en.u4cse19135@cb.students.amrita.edu::74cf003d-706a-4b01-a4f9-d7177035e9d2" providerId="AD" clId="Web-{7787C38C-5F9C-BB43-1AA5-150B05AE2C5E}" dt="2022-12-07T09:01:37.082" v="78"/>
        <pc:sldMkLst>
          <pc:docMk/>
          <pc:sldMk cId="3788231657" sldId="290"/>
        </pc:sldMkLst>
        <pc:picChg chg="add del">
          <ac:chgData name="Nelavelli Durga Naga Jahnavi - [CB.EN.U4CSE19135]" userId="S::cb.en.u4cse19135@cb.students.amrita.edu::74cf003d-706a-4b01-a4f9-d7177035e9d2" providerId="AD" clId="Web-{7787C38C-5F9C-BB43-1AA5-150B05AE2C5E}" dt="2022-12-07T09:00:10.986" v="34"/>
          <ac:picMkLst>
            <pc:docMk/>
            <pc:sldMk cId="3788231657" sldId="290"/>
            <ac:picMk id="5" creationId="{BFF67CA5-4A68-7182-E448-DF91E436043C}"/>
          </ac:picMkLst>
        </pc:picChg>
      </pc:sldChg>
      <pc:sldChg chg="addSp delSp add del">
        <pc:chgData name="Nelavelli Durga Naga Jahnavi - [CB.EN.U4CSE19135]" userId="S::cb.en.u4cse19135@cb.students.amrita.edu::74cf003d-706a-4b01-a4f9-d7177035e9d2" providerId="AD" clId="Web-{7787C38C-5F9C-BB43-1AA5-150B05AE2C5E}" dt="2022-12-07T09:01:37.676" v="79"/>
        <pc:sldMkLst>
          <pc:docMk/>
          <pc:sldMk cId="2110637790" sldId="291"/>
        </pc:sldMkLst>
        <pc:picChg chg="add del">
          <ac:chgData name="Nelavelli Durga Naga Jahnavi - [CB.EN.U4CSE19135]" userId="S::cb.en.u4cse19135@cb.students.amrita.edu::74cf003d-706a-4b01-a4f9-d7177035e9d2" providerId="AD" clId="Web-{7787C38C-5F9C-BB43-1AA5-150B05AE2C5E}" dt="2022-12-07T09:00:07.783" v="33"/>
          <ac:picMkLst>
            <pc:docMk/>
            <pc:sldMk cId="2110637790" sldId="291"/>
            <ac:picMk id="7" creationId="{FC37B8C8-E895-4B6B-03F9-B6FEC60C8109}"/>
          </ac:picMkLst>
        </pc:picChg>
      </pc:sldChg>
      <pc:sldChg chg="addSp delSp add del">
        <pc:chgData name="Nelavelli Durga Naga Jahnavi - [CB.EN.U4CSE19135]" userId="S::cb.en.u4cse19135@cb.students.amrita.edu::74cf003d-706a-4b01-a4f9-d7177035e9d2" providerId="AD" clId="Web-{7787C38C-5F9C-BB43-1AA5-150B05AE2C5E}" dt="2022-12-07T09:01:38.395" v="80"/>
        <pc:sldMkLst>
          <pc:docMk/>
          <pc:sldMk cId="3935987466" sldId="292"/>
        </pc:sldMkLst>
        <pc:picChg chg="add del">
          <ac:chgData name="Nelavelli Durga Naga Jahnavi - [CB.EN.U4CSE19135]" userId="S::cb.en.u4cse19135@cb.students.amrita.edu::74cf003d-706a-4b01-a4f9-d7177035e9d2" providerId="AD" clId="Web-{7787C38C-5F9C-BB43-1AA5-150B05AE2C5E}" dt="2022-12-07T08:59:58.954" v="32"/>
          <ac:picMkLst>
            <pc:docMk/>
            <pc:sldMk cId="3935987466" sldId="292"/>
            <ac:picMk id="5" creationId="{5552E360-9810-EFFB-D25E-9CC170804C7E}"/>
          </ac:picMkLst>
        </pc:picChg>
      </pc:sldChg>
      <pc:sldChg chg="addSp delSp modSp">
        <pc:chgData name="Nelavelli Durga Naga Jahnavi - [CB.EN.U4CSE19135]" userId="S::cb.en.u4cse19135@cb.students.amrita.edu::74cf003d-706a-4b01-a4f9-d7177035e9d2" providerId="AD" clId="Web-{7787C38C-5F9C-BB43-1AA5-150B05AE2C5E}" dt="2022-12-07T09:31:00.884" v="183" actId="14100"/>
        <pc:sldMkLst>
          <pc:docMk/>
          <pc:sldMk cId="4156304503" sldId="293"/>
        </pc:sldMkLst>
        <pc:picChg chg="add mod modCrop">
          <ac:chgData name="Nelavelli Durga Naga Jahnavi - [CB.EN.U4CSE19135]" userId="S::cb.en.u4cse19135@cb.students.amrita.edu::74cf003d-706a-4b01-a4f9-d7177035e9d2" providerId="AD" clId="Web-{7787C38C-5F9C-BB43-1AA5-150B05AE2C5E}" dt="2022-12-07T09:31:00.884" v="183" actId="14100"/>
          <ac:picMkLst>
            <pc:docMk/>
            <pc:sldMk cId="4156304503" sldId="293"/>
            <ac:picMk id="3" creationId="{35635631-2252-0657-E9D7-C1BC5A3C6F92}"/>
          </ac:picMkLst>
        </pc:picChg>
        <pc:picChg chg="del">
          <ac:chgData name="Nelavelli Durga Naga Jahnavi - [CB.EN.U4CSE19135]" userId="S::cb.en.u4cse19135@cb.students.amrita.edu::74cf003d-706a-4b01-a4f9-d7177035e9d2" providerId="AD" clId="Web-{7787C38C-5F9C-BB43-1AA5-150B05AE2C5E}" dt="2022-12-07T09:29:22.756" v="174"/>
          <ac:picMkLst>
            <pc:docMk/>
            <pc:sldMk cId="4156304503" sldId="293"/>
            <ac:picMk id="5" creationId="{7D3EE425-5832-81DD-2878-7904B9B27EE5}"/>
          </ac:picMkLst>
        </pc:picChg>
      </pc:sldChg>
      <pc:sldChg chg="addSp delSp modSp">
        <pc:chgData name="Nelavelli Durga Naga Jahnavi - [CB.EN.U4CSE19135]" userId="S::cb.en.u4cse19135@cb.students.amrita.edu::74cf003d-706a-4b01-a4f9-d7177035e9d2" providerId="AD" clId="Web-{7787C38C-5F9C-BB43-1AA5-150B05AE2C5E}" dt="2022-12-07T09:03:36.695" v="129" actId="14100"/>
        <pc:sldMkLst>
          <pc:docMk/>
          <pc:sldMk cId="3769280024" sldId="294"/>
        </pc:sldMkLst>
        <pc:spChg chg="mod">
          <ac:chgData name="Nelavelli Durga Naga Jahnavi - [CB.EN.U4CSE19135]" userId="S::cb.en.u4cse19135@cb.students.amrita.edu::74cf003d-706a-4b01-a4f9-d7177035e9d2" providerId="AD" clId="Web-{7787C38C-5F9C-BB43-1AA5-150B05AE2C5E}" dt="2022-12-07T09:03:36.695" v="129" actId="14100"/>
          <ac:spMkLst>
            <pc:docMk/>
            <pc:sldMk cId="3769280024" sldId="294"/>
            <ac:spMk id="2" creationId="{A89FA0A6-9C08-2812-2EE3-1DF241EFD8AB}"/>
          </ac:spMkLst>
        </pc:spChg>
        <pc:spChg chg="mod">
          <ac:chgData name="Nelavelli Durga Naga Jahnavi - [CB.EN.U4CSE19135]" userId="S::cb.en.u4cse19135@cb.students.amrita.edu::74cf003d-706a-4b01-a4f9-d7177035e9d2" providerId="AD" clId="Web-{7787C38C-5F9C-BB43-1AA5-150B05AE2C5E}" dt="2022-12-07T09:03:20.007" v="127" actId="14100"/>
          <ac:spMkLst>
            <pc:docMk/>
            <pc:sldMk cId="3769280024" sldId="294"/>
            <ac:spMk id="3" creationId="{A67E20DE-A930-0B48-E0F9-33BB7B26E6F5}"/>
          </ac:spMkLst>
        </pc:spChg>
        <pc:picChg chg="add del mod">
          <ac:chgData name="Nelavelli Durga Naga Jahnavi - [CB.EN.U4CSE19135]" userId="S::cb.en.u4cse19135@cb.students.amrita.edu::74cf003d-706a-4b01-a4f9-d7177035e9d2" providerId="AD" clId="Web-{7787C38C-5F9C-BB43-1AA5-150B05AE2C5E}" dt="2022-12-07T09:01:26.707" v="75"/>
          <ac:picMkLst>
            <pc:docMk/>
            <pc:sldMk cId="3769280024" sldId="294"/>
            <ac:picMk id="4" creationId="{2599D6DC-C8A3-78A2-608C-D9EA22D7FA9B}"/>
          </ac:picMkLst>
        </pc:picChg>
      </pc:sldChg>
      <pc:sldChg chg="modSp new del">
        <pc:chgData name="Nelavelli Durga Naga Jahnavi - [CB.EN.U4CSE19135]" userId="S::cb.en.u4cse19135@cb.students.amrita.edu::74cf003d-706a-4b01-a4f9-d7177035e9d2" providerId="AD" clId="Web-{7787C38C-5F9C-BB43-1AA5-150B05AE2C5E}" dt="2022-12-07T11:11:13.737" v="812"/>
        <pc:sldMkLst>
          <pc:docMk/>
          <pc:sldMk cId="4175085461" sldId="295"/>
        </pc:sldMkLst>
        <pc:spChg chg="mod">
          <ac:chgData name="Nelavelli Durga Naga Jahnavi - [CB.EN.U4CSE19135]" userId="S::cb.en.u4cse19135@cb.students.amrita.edu::74cf003d-706a-4b01-a4f9-d7177035e9d2" providerId="AD" clId="Web-{7787C38C-5F9C-BB43-1AA5-150B05AE2C5E}" dt="2022-12-07T09:07:23.905" v="132" actId="20577"/>
          <ac:spMkLst>
            <pc:docMk/>
            <pc:sldMk cId="4175085461" sldId="295"/>
            <ac:spMk id="3" creationId="{5CC1BF92-D127-2B0B-978D-5DD856047661}"/>
          </ac:spMkLst>
        </pc:spChg>
      </pc:sldChg>
      <pc:sldChg chg="addSp delSp modSp new">
        <pc:chgData name="Nelavelli Durga Naga Jahnavi - [CB.EN.U4CSE19135]" userId="S::cb.en.u4cse19135@cb.students.amrita.edu::74cf003d-706a-4b01-a4f9-d7177035e9d2" providerId="AD" clId="Web-{7787C38C-5F9C-BB43-1AA5-150B05AE2C5E}" dt="2022-12-07T11:08:39.717" v="774" actId="20577"/>
        <pc:sldMkLst>
          <pc:docMk/>
          <pc:sldMk cId="2080379424" sldId="296"/>
        </pc:sldMkLst>
        <pc:spChg chg="add del mod">
          <ac:chgData name="Nelavelli Durga Naga Jahnavi - [CB.EN.U4CSE19135]" userId="S::cb.en.u4cse19135@cb.students.amrita.edu::74cf003d-706a-4b01-a4f9-d7177035e9d2" providerId="AD" clId="Web-{7787C38C-5F9C-BB43-1AA5-150B05AE2C5E}" dt="2022-12-07T10:15:15.166" v="714" actId="20577"/>
          <ac:spMkLst>
            <pc:docMk/>
            <pc:sldMk cId="2080379424" sldId="296"/>
            <ac:spMk id="2" creationId="{5B5A2432-3BD0-BE38-05D6-8E766EEAAF3F}"/>
          </ac:spMkLst>
        </pc:spChg>
        <pc:spChg chg="mod">
          <ac:chgData name="Nelavelli Durga Naga Jahnavi - [CB.EN.U4CSE19135]" userId="S::cb.en.u4cse19135@cb.students.amrita.edu::74cf003d-706a-4b01-a4f9-d7177035e9d2" providerId="AD" clId="Web-{7787C38C-5F9C-BB43-1AA5-150B05AE2C5E}" dt="2022-12-07T11:08:39.717" v="774" actId="20577"/>
          <ac:spMkLst>
            <pc:docMk/>
            <pc:sldMk cId="2080379424" sldId="296"/>
            <ac:spMk id="3" creationId="{F44D4CF4-F9AB-CC8C-9A37-6805DEED3C1A}"/>
          </ac:spMkLst>
        </pc:spChg>
      </pc:sldChg>
      <pc:sldChg chg="addSp modSp new">
        <pc:chgData name="Nelavelli Durga Naga Jahnavi - [CB.EN.U4CSE19135]" userId="S::cb.en.u4cse19135@cb.students.amrita.edu::74cf003d-706a-4b01-a4f9-d7177035e9d2" providerId="AD" clId="Web-{7787C38C-5F9C-BB43-1AA5-150B05AE2C5E}" dt="2022-12-07T11:10:51.924" v="811" actId="14100"/>
        <pc:sldMkLst>
          <pc:docMk/>
          <pc:sldMk cId="2004875966" sldId="297"/>
        </pc:sldMkLst>
        <pc:spChg chg="mod">
          <ac:chgData name="Nelavelli Durga Naga Jahnavi - [CB.EN.U4CSE19135]" userId="S::cb.en.u4cse19135@cb.students.amrita.edu::74cf003d-706a-4b01-a4f9-d7177035e9d2" providerId="AD" clId="Web-{7787C38C-5F9C-BB43-1AA5-150B05AE2C5E}" dt="2022-12-07T10:52:11.328" v="752" actId="20577"/>
          <ac:spMkLst>
            <pc:docMk/>
            <pc:sldMk cId="2004875966" sldId="297"/>
            <ac:spMk id="2" creationId="{0BEF6BC2-3D0A-A437-2355-942F2B3F6091}"/>
          </ac:spMkLst>
        </pc:spChg>
        <pc:spChg chg="mod">
          <ac:chgData name="Nelavelli Durga Naga Jahnavi - [CB.EN.U4CSE19135]" userId="S::cb.en.u4cse19135@cb.students.amrita.edu::74cf003d-706a-4b01-a4f9-d7177035e9d2" providerId="AD" clId="Web-{7787C38C-5F9C-BB43-1AA5-150B05AE2C5E}" dt="2022-12-07T11:06:49.823" v="763" actId="20577"/>
          <ac:spMkLst>
            <pc:docMk/>
            <pc:sldMk cId="2004875966" sldId="297"/>
            <ac:spMk id="3" creationId="{5BBAD925-7274-A53A-C228-BBEF296C94E2}"/>
          </ac:spMkLst>
        </pc:spChg>
        <pc:spChg chg="add mod">
          <ac:chgData name="Nelavelli Durga Naga Jahnavi - [CB.EN.U4CSE19135]" userId="S::cb.en.u4cse19135@cb.students.amrita.edu::74cf003d-706a-4b01-a4f9-d7177035e9d2" providerId="AD" clId="Web-{7787C38C-5F9C-BB43-1AA5-150B05AE2C5E}" dt="2022-12-07T11:10:51.924" v="811" actId="14100"/>
          <ac:spMkLst>
            <pc:docMk/>
            <pc:sldMk cId="2004875966" sldId="297"/>
            <ac:spMk id="4" creationId="{0AF24FD9-B372-F42B-AD4A-3FE795539F2B}"/>
          </ac:spMkLst>
        </pc:spChg>
      </pc:sldChg>
      <pc:sldChg chg="new del">
        <pc:chgData name="Nelavelli Durga Naga Jahnavi - [CB.EN.U4CSE19135]" userId="S::cb.en.u4cse19135@cb.students.amrita.edu::74cf003d-706a-4b01-a4f9-d7177035e9d2" providerId="AD" clId="Web-{7787C38C-5F9C-BB43-1AA5-150B05AE2C5E}" dt="2022-12-07T11:10:12.954" v="804"/>
        <pc:sldMkLst>
          <pc:docMk/>
          <pc:sldMk cId="1167139885" sldId="298"/>
        </pc:sldMkLst>
      </pc:sldChg>
      <pc:sldChg chg="addSp delSp modSp new">
        <pc:chgData name="Nelavelli Durga Naga Jahnavi - [CB.EN.U4CSE19135]" userId="S::cb.en.u4cse19135@cb.students.amrita.edu::74cf003d-706a-4b01-a4f9-d7177035e9d2" providerId="AD" clId="Web-{7787C38C-5F9C-BB43-1AA5-150B05AE2C5E}" dt="2022-12-07T09:29:14.819" v="173" actId="20577"/>
        <pc:sldMkLst>
          <pc:docMk/>
          <pc:sldMk cId="3252386563" sldId="299"/>
        </pc:sldMkLst>
        <pc:spChg chg="add del mod">
          <ac:chgData name="Nelavelli Durga Naga Jahnavi - [CB.EN.U4CSE19135]" userId="S::cb.en.u4cse19135@cb.students.amrita.edu::74cf003d-706a-4b01-a4f9-d7177035e9d2" providerId="AD" clId="Web-{7787C38C-5F9C-BB43-1AA5-150B05AE2C5E}" dt="2022-12-07T09:29:14.819" v="173" actId="20577"/>
          <ac:spMkLst>
            <pc:docMk/>
            <pc:sldMk cId="3252386563" sldId="299"/>
            <ac:spMk id="2" creationId="{D7D4327C-471E-7207-6B94-AD50194B2671}"/>
          </ac:spMkLst>
        </pc:spChg>
        <pc:spChg chg="add del mod">
          <ac:chgData name="Nelavelli Durga Naga Jahnavi - [CB.EN.U4CSE19135]" userId="S::cb.en.u4cse19135@cb.students.amrita.edu::74cf003d-706a-4b01-a4f9-d7177035e9d2" providerId="AD" clId="Web-{7787C38C-5F9C-BB43-1AA5-150B05AE2C5E}" dt="2022-12-07T09:28:43.615" v="163"/>
          <ac:spMkLst>
            <pc:docMk/>
            <pc:sldMk cId="3252386563" sldId="299"/>
            <ac:spMk id="3" creationId="{231B35FB-4B59-B579-8938-27046399F63D}"/>
          </ac:spMkLst>
        </pc:spChg>
        <pc:picChg chg="add mod modCrop">
          <ac:chgData name="Nelavelli Durga Naga Jahnavi - [CB.EN.U4CSE19135]" userId="S::cb.en.u4cse19135@cb.students.amrita.edu::74cf003d-706a-4b01-a4f9-d7177035e9d2" providerId="AD" clId="Web-{7787C38C-5F9C-BB43-1AA5-150B05AE2C5E}" dt="2022-12-07T09:28:53.209" v="165" actId="14100"/>
          <ac:picMkLst>
            <pc:docMk/>
            <pc:sldMk cId="3252386563" sldId="299"/>
            <ac:picMk id="4" creationId="{901533AC-1031-5D54-55DE-00C524D496A6}"/>
          </ac:picMkLst>
        </pc:picChg>
      </pc:sldChg>
      <pc:sldChg chg="addSp delSp modSp new">
        <pc:chgData name="Nelavelli Durga Naga Jahnavi - [CB.EN.U4CSE19135]" userId="S::cb.en.u4cse19135@cb.students.amrita.edu::74cf003d-706a-4b01-a4f9-d7177035e9d2" providerId="AD" clId="Web-{7787C38C-5F9C-BB43-1AA5-150B05AE2C5E}" dt="2022-12-07T09:32:35.653" v="202" actId="14100"/>
        <pc:sldMkLst>
          <pc:docMk/>
          <pc:sldMk cId="4066936625" sldId="300"/>
        </pc:sldMkLst>
        <pc:spChg chg="del mod">
          <ac:chgData name="Nelavelli Durga Naga Jahnavi - [CB.EN.U4CSE19135]" userId="S::cb.en.u4cse19135@cb.students.amrita.edu::74cf003d-706a-4b01-a4f9-d7177035e9d2" providerId="AD" clId="Web-{7787C38C-5F9C-BB43-1AA5-150B05AE2C5E}" dt="2022-12-07T09:31:16.916" v="186"/>
          <ac:spMkLst>
            <pc:docMk/>
            <pc:sldMk cId="4066936625" sldId="300"/>
            <ac:spMk id="2" creationId="{9BE2AB96-10D1-C784-7EFC-3D4B84E636FF}"/>
          </ac:spMkLst>
        </pc:spChg>
        <pc:spChg chg="del mod">
          <ac:chgData name="Nelavelli Durga Naga Jahnavi - [CB.EN.U4CSE19135]" userId="S::cb.en.u4cse19135@cb.students.amrita.edu::74cf003d-706a-4b01-a4f9-d7177035e9d2" providerId="AD" clId="Web-{7787C38C-5F9C-BB43-1AA5-150B05AE2C5E}" dt="2022-12-07T09:31:18.729" v="188"/>
          <ac:spMkLst>
            <pc:docMk/>
            <pc:sldMk cId="4066936625" sldId="300"/>
            <ac:spMk id="3" creationId="{54953F34-DE21-AD08-F665-38FA7B4ABAC7}"/>
          </ac:spMkLst>
        </pc:spChg>
        <pc:picChg chg="add mod modCrop">
          <ac:chgData name="Nelavelli Durga Naga Jahnavi - [CB.EN.U4CSE19135]" userId="S::cb.en.u4cse19135@cb.students.amrita.edu::74cf003d-706a-4b01-a4f9-d7177035e9d2" providerId="AD" clId="Web-{7787C38C-5F9C-BB43-1AA5-150B05AE2C5E}" dt="2022-12-07T09:32:35.653" v="202" actId="14100"/>
          <ac:picMkLst>
            <pc:docMk/>
            <pc:sldMk cId="4066936625" sldId="300"/>
            <ac:picMk id="4" creationId="{41B65C16-66E9-B52F-2520-B2F770F6141D}"/>
          </ac:picMkLst>
        </pc:picChg>
      </pc:sldChg>
      <pc:sldChg chg="addSp delSp modSp new">
        <pc:chgData name="Nelavelli Durga Naga Jahnavi - [CB.EN.U4CSE19135]" userId="S::cb.en.u4cse19135@cb.students.amrita.edu::74cf003d-706a-4b01-a4f9-d7177035e9d2" providerId="AD" clId="Web-{7787C38C-5F9C-BB43-1AA5-150B05AE2C5E}" dt="2022-12-07T09:42:20.248" v="289" actId="14100"/>
        <pc:sldMkLst>
          <pc:docMk/>
          <pc:sldMk cId="1185007003" sldId="301"/>
        </pc:sldMkLst>
        <pc:spChg chg="mod">
          <ac:chgData name="Nelavelli Durga Naga Jahnavi - [CB.EN.U4CSE19135]" userId="S::cb.en.u4cse19135@cb.students.amrita.edu::74cf003d-706a-4b01-a4f9-d7177035e9d2" providerId="AD" clId="Web-{7787C38C-5F9C-BB43-1AA5-150B05AE2C5E}" dt="2022-12-07T09:42:20.248" v="289" actId="14100"/>
          <ac:spMkLst>
            <pc:docMk/>
            <pc:sldMk cId="1185007003" sldId="301"/>
            <ac:spMk id="2" creationId="{BC2D6F60-1D66-A7BC-9FB3-46548530C167}"/>
          </ac:spMkLst>
        </pc:spChg>
        <pc:spChg chg="del mod">
          <ac:chgData name="Nelavelli Durga Naga Jahnavi - [CB.EN.U4CSE19135]" userId="S::cb.en.u4cse19135@cb.students.amrita.edu::74cf003d-706a-4b01-a4f9-d7177035e9d2" providerId="AD" clId="Web-{7787C38C-5F9C-BB43-1AA5-150B05AE2C5E}" dt="2022-12-07T09:39:26.165" v="267"/>
          <ac:spMkLst>
            <pc:docMk/>
            <pc:sldMk cId="1185007003" sldId="301"/>
            <ac:spMk id="3" creationId="{D8EB852E-CB24-A10E-DDC4-BF593B1D40B5}"/>
          </ac:spMkLst>
        </pc:spChg>
        <pc:picChg chg="add del mod modCrop">
          <ac:chgData name="Nelavelli Durga Naga Jahnavi - [CB.EN.U4CSE19135]" userId="S::cb.en.u4cse19135@cb.students.amrita.edu::74cf003d-706a-4b01-a4f9-d7177035e9d2" providerId="AD" clId="Web-{7787C38C-5F9C-BB43-1AA5-150B05AE2C5E}" dt="2022-12-07T09:42:10.607" v="287"/>
          <ac:picMkLst>
            <pc:docMk/>
            <pc:sldMk cId="1185007003" sldId="301"/>
            <ac:picMk id="4" creationId="{8F6C8236-8FCE-6D5F-F8DA-42692C25D142}"/>
          </ac:picMkLst>
        </pc:picChg>
      </pc:sldChg>
      <pc:sldChg chg="new del">
        <pc:chgData name="Nelavelli Durga Naga Jahnavi - [CB.EN.U4CSE19135]" userId="S::cb.en.u4cse19135@cb.students.amrita.edu::74cf003d-706a-4b01-a4f9-d7177035e9d2" providerId="AD" clId="Web-{7787C38C-5F9C-BB43-1AA5-150B05AE2C5E}" dt="2022-12-07T09:38:55.680" v="262"/>
        <pc:sldMkLst>
          <pc:docMk/>
          <pc:sldMk cId="3849397470" sldId="301"/>
        </pc:sldMkLst>
      </pc:sldChg>
      <pc:sldChg chg="addSp delSp modSp new">
        <pc:chgData name="Nelavelli Durga Naga Jahnavi - [CB.EN.U4CSE19135]" userId="S::cb.en.u4cse19135@cb.students.amrita.edu::74cf003d-706a-4b01-a4f9-d7177035e9d2" providerId="AD" clId="Web-{7787C38C-5F9C-BB43-1AA5-150B05AE2C5E}" dt="2022-12-07T09:45:10.738" v="322" actId="14100"/>
        <pc:sldMkLst>
          <pc:docMk/>
          <pc:sldMk cId="2218146849" sldId="302"/>
        </pc:sldMkLst>
        <pc:spChg chg="del mod">
          <ac:chgData name="Nelavelli Durga Naga Jahnavi - [CB.EN.U4CSE19135]" userId="S::cb.en.u4cse19135@cb.students.amrita.edu::74cf003d-706a-4b01-a4f9-d7177035e9d2" providerId="AD" clId="Web-{7787C38C-5F9C-BB43-1AA5-150B05AE2C5E}" dt="2022-12-07T09:44:39.799" v="319"/>
          <ac:spMkLst>
            <pc:docMk/>
            <pc:sldMk cId="2218146849" sldId="302"/>
            <ac:spMk id="2" creationId="{FD7CF047-599D-EC69-CEB3-3FB0C9AEFF84}"/>
          </ac:spMkLst>
        </pc:spChg>
        <pc:spChg chg="del mod">
          <ac:chgData name="Nelavelli Durga Naga Jahnavi - [CB.EN.U4CSE19135]" userId="S::cb.en.u4cse19135@cb.students.amrita.edu::74cf003d-706a-4b01-a4f9-d7177035e9d2" providerId="AD" clId="Web-{7787C38C-5F9C-BB43-1AA5-150B05AE2C5E}" dt="2022-12-07T09:44:49.659" v="321"/>
          <ac:spMkLst>
            <pc:docMk/>
            <pc:sldMk cId="2218146849" sldId="302"/>
            <ac:spMk id="3" creationId="{1189B68F-0FB2-5AAF-56B8-5B68A446C0CB}"/>
          </ac:spMkLst>
        </pc:spChg>
        <pc:picChg chg="add del mod modCrop">
          <ac:chgData name="Nelavelli Durga Naga Jahnavi - [CB.EN.U4CSE19135]" userId="S::cb.en.u4cse19135@cb.students.amrita.edu::74cf003d-706a-4b01-a4f9-d7177035e9d2" providerId="AD" clId="Web-{7787C38C-5F9C-BB43-1AA5-150B05AE2C5E}" dt="2022-12-07T09:45:10.738" v="322" actId="14100"/>
          <ac:picMkLst>
            <pc:docMk/>
            <pc:sldMk cId="2218146849" sldId="302"/>
            <ac:picMk id="4" creationId="{3C9B0D35-4950-A633-2A2D-FB090832F829}"/>
          </ac:picMkLst>
        </pc:picChg>
      </pc:sldChg>
      <pc:sldChg chg="addSp delSp modSp new">
        <pc:chgData name="Nelavelli Durga Naga Jahnavi - [CB.EN.U4CSE19135]" userId="S::cb.en.u4cse19135@cb.students.amrita.edu::74cf003d-706a-4b01-a4f9-d7177035e9d2" providerId="AD" clId="Web-{7787C38C-5F9C-BB43-1AA5-150B05AE2C5E}" dt="2022-12-07T11:11:32.441" v="814"/>
        <pc:sldMkLst>
          <pc:docMk/>
          <pc:sldMk cId="4175898824" sldId="303"/>
        </pc:sldMkLst>
        <pc:spChg chg="mod">
          <ac:chgData name="Nelavelli Durga Naga Jahnavi - [CB.EN.U4CSE19135]" userId="S::cb.en.u4cse19135@cb.students.amrita.edu::74cf003d-706a-4b01-a4f9-d7177035e9d2" providerId="AD" clId="Web-{7787C38C-5F9C-BB43-1AA5-150B05AE2C5E}" dt="2022-12-07T09:42:50.030" v="294" actId="20577"/>
          <ac:spMkLst>
            <pc:docMk/>
            <pc:sldMk cId="4175898824" sldId="303"/>
            <ac:spMk id="2" creationId="{D37B427A-1264-2151-ED55-31FA93AA4465}"/>
          </ac:spMkLst>
        </pc:spChg>
        <pc:spChg chg="del mod">
          <ac:chgData name="Nelavelli Durga Naga Jahnavi - [CB.EN.U4CSE19135]" userId="S::cb.en.u4cse19135@cb.students.amrita.edu::74cf003d-706a-4b01-a4f9-d7177035e9d2" providerId="AD" clId="Web-{7787C38C-5F9C-BB43-1AA5-150B05AE2C5E}" dt="2022-12-07T11:11:32.441" v="814"/>
          <ac:spMkLst>
            <pc:docMk/>
            <pc:sldMk cId="4175898824" sldId="303"/>
            <ac:spMk id="3" creationId="{17154BC4-5E18-57DA-F737-B14D2D218801}"/>
          </ac:spMkLst>
        </pc:spChg>
        <pc:picChg chg="add mod">
          <ac:chgData name="Nelavelli Durga Naga Jahnavi - [CB.EN.U4CSE19135]" userId="S::cb.en.u4cse19135@cb.students.amrita.edu::74cf003d-706a-4b01-a4f9-d7177035e9d2" providerId="AD" clId="Web-{7787C38C-5F9C-BB43-1AA5-150B05AE2C5E}" dt="2022-12-07T09:44:08.189" v="314" actId="14100"/>
          <ac:picMkLst>
            <pc:docMk/>
            <pc:sldMk cId="4175898824" sldId="303"/>
            <ac:picMk id="4" creationId="{9E4167BD-8BA7-AFCF-6183-BF4322F278B5}"/>
          </ac:picMkLst>
        </pc:picChg>
      </pc:sldChg>
      <pc:sldChg chg="addSp delSp modSp new">
        <pc:chgData name="Nelavelli Durga Naga Jahnavi - [CB.EN.U4CSE19135]" userId="S::cb.en.u4cse19135@cb.students.amrita.edu::74cf003d-706a-4b01-a4f9-d7177035e9d2" providerId="AD" clId="Web-{7787C38C-5F9C-BB43-1AA5-150B05AE2C5E}" dt="2022-12-07T09:47:07.850" v="352" actId="14100"/>
        <pc:sldMkLst>
          <pc:docMk/>
          <pc:sldMk cId="3241633966" sldId="304"/>
        </pc:sldMkLst>
        <pc:spChg chg="del mod">
          <ac:chgData name="Nelavelli Durga Naga Jahnavi - [CB.EN.U4CSE19135]" userId="S::cb.en.u4cse19135@cb.students.amrita.edu::74cf003d-706a-4b01-a4f9-d7177035e9d2" providerId="AD" clId="Web-{7787C38C-5F9C-BB43-1AA5-150B05AE2C5E}" dt="2022-12-07T09:45:20.394" v="325"/>
          <ac:spMkLst>
            <pc:docMk/>
            <pc:sldMk cId="3241633966" sldId="304"/>
            <ac:spMk id="2" creationId="{06A4EFAE-C40F-40EA-659B-3AA7C3DC6CD5}"/>
          </ac:spMkLst>
        </pc:spChg>
        <pc:spChg chg="del mod">
          <ac:chgData name="Nelavelli Durga Naga Jahnavi - [CB.EN.U4CSE19135]" userId="S::cb.en.u4cse19135@cb.students.amrita.edu::74cf003d-706a-4b01-a4f9-d7177035e9d2" providerId="AD" clId="Web-{7787C38C-5F9C-BB43-1AA5-150B05AE2C5E}" dt="2022-12-07T09:45:23.660" v="327"/>
          <ac:spMkLst>
            <pc:docMk/>
            <pc:sldMk cId="3241633966" sldId="304"/>
            <ac:spMk id="3" creationId="{29AD2634-EF54-8DCE-D037-E0D47A0CDB8F}"/>
          </ac:spMkLst>
        </pc:spChg>
        <pc:spChg chg="add del mod">
          <ac:chgData name="Nelavelli Durga Naga Jahnavi - [CB.EN.U4CSE19135]" userId="S::cb.en.u4cse19135@cb.students.amrita.edu::74cf003d-706a-4b01-a4f9-d7177035e9d2" providerId="AD" clId="Web-{7787C38C-5F9C-BB43-1AA5-150B05AE2C5E}" dt="2022-12-07T09:45:32.301" v="332"/>
          <ac:spMkLst>
            <pc:docMk/>
            <pc:sldMk cId="3241633966" sldId="304"/>
            <ac:spMk id="5" creationId="{E2C75E1B-4971-E361-7AC5-AF1861976FE5}"/>
          </ac:spMkLst>
        </pc:spChg>
        <pc:picChg chg="add del mod">
          <ac:chgData name="Nelavelli Durga Naga Jahnavi - [CB.EN.U4CSE19135]" userId="S::cb.en.u4cse19135@cb.students.amrita.edu::74cf003d-706a-4b01-a4f9-d7177035e9d2" providerId="AD" clId="Web-{7787C38C-5F9C-BB43-1AA5-150B05AE2C5E}" dt="2022-12-07T09:45:32.301" v="333"/>
          <ac:picMkLst>
            <pc:docMk/>
            <pc:sldMk cId="3241633966" sldId="304"/>
            <ac:picMk id="4" creationId="{E81223DE-3FCB-C82D-1718-08CB178D3740}"/>
          </ac:picMkLst>
        </pc:picChg>
        <pc:picChg chg="add mod modCrop">
          <ac:chgData name="Nelavelli Durga Naga Jahnavi - [CB.EN.U4CSE19135]" userId="S::cb.en.u4cse19135@cb.students.amrita.edu::74cf003d-706a-4b01-a4f9-d7177035e9d2" providerId="AD" clId="Web-{7787C38C-5F9C-BB43-1AA5-150B05AE2C5E}" dt="2022-12-07T09:47:07.850" v="352" actId="14100"/>
          <ac:picMkLst>
            <pc:docMk/>
            <pc:sldMk cId="3241633966" sldId="304"/>
            <ac:picMk id="6" creationId="{458E45F2-5072-12EE-DFF6-AE4F2ECFCB92}"/>
          </ac:picMkLst>
        </pc:picChg>
      </pc:sldChg>
      <pc:sldChg chg="addSp delSp modSp new">
        <pc:chgData name="Nelavelli Durga Naga Jahnavi - [CB.EN.U4CSE19135]" userId="S::cb.en.u4cse19135@cb.students.amrita.edu::74cf003d-706a-4b01-a4f9-d7177035e9d2" providerId="AD" clId="Web-{7787C38C-5F9C-BB43-1AA5-150B05AE2C5E}" dt="2022-12-07T09:52:13.422" v="406" actId="14100"/>
        <pc:sldMkLst>
          <pc:docMk/>
          <pc:sldMk cId="4110054640" sldId="305"/>
        </pc:sldMkLst>
        <pc:spChg chg="del mod">
          <ac:chgData name="Nelavelli Durga Naga Jahnavi - [CB.EN.U4CSE19135]" userId="S::cb.en.u4cse19135@cb.students.amrita.edu::74cf003d-706a-4b01-a4f9-d7177035e9d2" providerId="AD" clId="Web-{7787C38C-5F9C-BB43-1AA5-150B05AE2C5E}" dt="2022-12-07T09:50:12.262" v="377"/>
          <ac:spMkLst>
            <pc:docMk/>
            <pc:sldMk cId="4110054640" sldId="305"/>
            <ac:spMk id="2" creationId="{13A452AC-A618-8438-35C1-0EEF1B8566B2}"/>
          </ac:spMkLst>
        </pc:spChg>
        <pc:spChg chg="del mod">
          <ac:chgData name="Nelavelli Durga Naga Jahnavi - [CB.EN.U4CSE19135]" userId="S::cb.en.u4cse19135@cb.students.amrita.edu::74cf003d-706a-4b01-a4f9-d7177035e9d2" providerId="AD" clId="Web-{7787C38C-5F9C-BB43-1AA5-150B05AE2C5E}" dt="2022-12-07T09:50:16.543" v="379"/>
          <ac:spMkLst>
            <pc:docMk/>
            <pc:sldMk cId="4110054640" sldId="305"/>
            <ac:spMk id="3" creationId="{DA123E10-E0FC-A52C-0C1E-6C5054A15381}"/>
          </ac:spMkLst>
        </pc:spChg>
        <pc:spChg chg="add del mod">
          <ac:chgData name="Nelavelli Durga Naga Jahnavi - [CB.EN.U4CSE19135]" userId="S::cb.en.u4cse19135@cb.students.amrita.edu::74cf003d-706a-4b01-a4f9-d7177035e9d2" providerId="AD" clId="Web-{7787C38C-5F9C-BB43-1AA5-150B05AE2C5E}" dt="2022-12-07T09:50:21.044" v="381"/>
          <ac:spMkLst>
            <pc:docMk/>
            <pc:sldMk cId="4110054640" sldId="305"/>
            <ac:spMk id="5" creationId="{0AE3C219-4A2F-BB94-BAFB-27CA4538C004}"/>
          </ac:spMkLst>
        </pc:spChg>
        <pc:picChg chg="add mod modCrop">
          <ac:chgData name="Nelavelli Durga Naga Jahnavi - [CB.EN.U4CSE19135]" userId="S::cb.en.u4cse19135@cb.students.amrita.edu::74cf003d-706a-4b01-a4f9-d7177035e9d2" providerId="AD" clId="Web-{7787C38C-5F9C-BB43-1AA5-150B05AE2C5E}" dt="2022-12-07T09:52:13.422" v="406" actId="14100"/>
          <ac:picMkLst>
            <pc:docMk/>
            <pc:sldMk cId="4110054640" sldId="305"/>
            <ac:picMk id="6" creationId="{1E5DAEE4-5107-08DE-0DAB-BA84EA1D7639}"/>
          </ac:picMkLst>
        </pc:picChg>
        <pc:picChg chg="add mod modCrop">
          <ac:chgData name="Nelavelli Durga Naga Jahnavi - [CB.EN.U4CSE19135]" userId="S::cb.en.u4cse19135@cb.students.amrita.edu::74cf003d-706a-4b01-a4f9-d7177035e9d2" providerId="AD" clId="Web-{7787C38C-5F9C-BB43-1AA5-150B05AE2C5E}" dt="2022-12-07T09:51:57.422" v="403" actId="14100"/>
          <ac:picMkLst>
            <pc:docMk/>
            <pc:sldMk cId="4110054640" sldId="305"/>
            <ac:picMk id="7" creationId="{B4BF4571-5606-112E-4C4E-7C846CA5EC2C}"/>
          </ac:picMkLst>
        </pc:picChg>
      </pc:sldChg>
      <pc:sldChg chg="addSp delSp modSp new">
        <pc:chgData name="Nelavelli Durga Naga Jahnavi - [CB.EN.U4CSE19135]" userId="S::cb.en.u4cse19135@cb.students.amrita.edu::74cf003d-706a-4b01-a4f9-d7177035e9d2" providerId="AD" clId="Web-{7787C38C-5F9C-BB43-1AA5-150B05AE2C5E}" dt="2022-12-07T09:49:05.573" v="374" actId="1076"/>
        <pc:sldMkLst>
          <pc:docMk/>
          <pc:sldMk cId="2312318186" sldId="306"/>
        </pc:sldMkLst>
        <pc:spChg chg="mod">
          <ac:chgData name="Nelavelli Durga Naga Jahnavi - [CB.EN.U4CSE19135]" userId="S::cb.en.u4cse19135@cb.students.amrita.edu::74cf003d-706a-4b01-a4f9-d7177035e9d2" providerId="AD" clId="Web-{7787C38C-5F9C-BB43-1AA5-150B05AE2C5E}" dt="2022-12-07T09:47:28.460" v="355" actId="20577"/>
          <ac:spMkLst>
            <pc:docMk/>
            <pc:sldMk cId="2312318186" sldId="306"/>
            <ac:spMk id="2" creationId="{B3CD1A1F-80EC-B028-7654-6D8451650A1A}"/>
          </ac:spMkLst>
        </pc:spChg>
        <pc:spChg chg="del">
          <ac:chgData name="Nelavelli Durga Naga Jahnavi - [CB.EN.U4CSE19135]" userId="S::cb.en.u4cse19135@cb.students.amrita.edu::74cf003d-706a-4b01-a4f9-d7177035e9d2" providerId="AD" clId="Web-{7787C38C-5F9C-BB43-1AA5-150B05AE2C5E}" dt="2022-12-07T09:49:01.682" v="372"/>
          <ac:spMkLst>
            <pc:docMk/>
            <pc:sldMk cId="2312318186" sldId="306"/>
            <ac:spMk id="3" creationId="{EB52433F-5362-36EF-660F-83FE4F17F3E4}"/>
          </ac:spMkLst>
        </pc:spChg>
        <pc:picChg chg="add mod modCrop">
          <ac:chgData name="Nelavelli Durga Naga Jahnavi - [CB.EN.U4CSE19135]" userId="S::cb.en.u4cse19135@cb.students.amrita.edu::74cf003d-706a-4b01-a4f9-d7177035e9d2" providerId="AD" clId="Web-{7787C38C-5F9C-BB43-1AA5-150B05AE2C5E}" dt="2022-12-07T09:49:05.573" v="374" actId="1076"/>
          <ac:picMkLst>
            <pc:docMk/>
            <pc:sldMk cId="2312318186" sldId="306"/>
            <ac:picMk id="4" creationId="{DB4CD407-F27D-D097-1559-8113BB11F7E2}"/>
          </ac:picMkLst>
        </pc:picChg>
      </pc:sldChg>
      <pc:sldChg chg="addSp delSp modSp new">
        <pc:chgData name="Nelavelli Durga Naga Jahnavi - [CB.EN.U4CSE19135]" userId="S::cb.en.u4cse19135@cb.students.amrita.edu::74cf003d-706a-4b01-a4f9-d7177035e9d2" providerId="AD" clId="Web-{7787C38C-5F9C-BB43-1AA5-150B05AE2C5E}" dt="2022-12-07T09:54:51.380" v="432"/>
        <pc:sldMkLst>
          <pc:docMk/>
          <pc:sldMk cId="1288709100" sldId="307"/>
        </pc:sldMkLst>
        <pc:spChg chg="mod">
          <ac:chgData name="Nelavelli Durga Naga Jahnavi - [CB.EN.U4CSE19135]" userId="S::cb.en.u4cse19135@cb.students.amrita.edu::74cf003d-706a-4b01-a4f9-d7177035e9d2" providerId="AD" clId="Web-{7787C38C-5F9C-BB43-1AA5-150B05AE2C5E}" dt="2022-12-07T09:52:46.548" v="409" actId="20577"/>
          <ac:spMkLst>
            <pc:docMk/>
            <pc:sldMk cId="1288709100" sldId="307"/>
            <ac:spMk id="2" creationId="{DEBD98F3-5701-DD8A-340B-4E09B5420735}"/>
          </ac:spMkLst>
        </pc:spChg>
        <pc:spChg chg="del mod">
          <ac:chgData name="Nelavelli Durga Naga Jahnavi - [CB.EN.U4CSE19135]" userId="S::cb.en.u4cse19135@cb.students.amrita.edu::74cf003d-706a-4b01-a4f9-d7177035e9d2" providerId="AD" clId="Web-{7787C38C-5F9C-BB43-1AA5-150B05AE2C5E}" dt="2022-12-07T09:52:52.783" v="411"/>
          <ac:spMkLst>
            <pc:docMk/>
            <pc:sldMk cId="1288709100" sldId="307"/>
            <ac:spMk id="3" creationId="{C5DF7FC8-BFD3-17F2-0E34-367086CF24EF}"/>
          </ac:spMkLst>
        </pc:spChg>
        <pc:picChg chg="add mod modCrop">
          <ac:chgData name="Nelavelli Durga Naga Jahnavi - [CB.EN.U4CSE19135]" userId="S::cb.en.u4cse19135@cb.students.amrita.edu::74cf003d-706a-4b01-a4f9-d7177035e9d2" providerId="AD" clId="Web-{7787C38C-5F9C-BB43-1AA5-150B05AE2C5E}" dt="2022-12-07T09:54:51.380" v="432"/>
          <ac:picMkLst>
            <pc:docMk/>
            <pc:sldMk cId="1288709100" sldId="307"/>
            <ac:picMk id="4" creationId="{730F48A9-8749-D4D2-5BBA-7A81525A8747}"/>
          </ac:picMkLst>
        </pc:picChg>
      </pc:sldChg>
      <pc:sldChg chg="addSp delSp modSp new">
        <pc:chgData name="Nelavelli Durga Naga Jahnavi - [CB.EN.U4CSE19135]" userId="S::cb.en.u4cse19135@cb.students.amrita.edu::74cf003d-706a-4b01-a4f9-d7177035e9d2" providerId="AD" clId="Web-{7787C38C-5F9C-BB43-1AA5-150B05AE2C5E}" dt="2022-12-07T09:55:44.444" v="444" actId="14100"/>
        <pc:sldMkLst>
          <pc:docMk/>
          <pc:sldMk cId="266071217" sldId="308"/>
        </pc:sldMkLst>
        <pc:spChg chg="del mod">
          <ac:chgData name="Nelavelli Durga Naga Jahnavi - [CB.EN.U4CSE19135]" userId="S::cb.en.u4cse19135@cb.students.amrita.edu::74cf003d-706a-4b01-a4f9-d7177035e9d2" providerId="AD" clId="Web-{7787C38C-5F9C-BB43-1AA5-150B05AE2C5E}" dt="2022-12-07T09:53:29.237" v="415"/>
          <ac:spMkLst>
            <pc:docMk/>
            <pc:sldMk cId="266071217" sldId="308"/>
            <ac:spMk id="2" creationId="{BE82844A-9858-A821-D610-76938DB66EA1}"/>
          </ac:spMkLst>
        </pc:spChg>
        <pc:spChg chg="del mod">
          <ac:chgData name="Nelavelli Durga Naga Jahnavi - [CB.EN.U4CSE19135]" userId="S::cb.en.u4cse19135@cb.students.amrita.edu::74cf003d-706a-4b01-a4f9-d7177035e9d2" providerId="AD" clId="Web-{7787C38C-5F9C-BB43-1AA5-150B05AE2C5E}" dt="2022-12-07T09:53:32.112" v="417"/>
          <ac:spMkLst>
            <pc:docMk/>
            <pc:sldMk cId="266071217" sldId="308"/>
            <ac:spMk id="3" creationId="{F07D8AF2-7C46-A71E-6E95-ED3CE851A58C}"/>
          </ac:spMkLst>
        </pc:spChg>
        <pc:picChg chg="add mod modCrop">
          <ac:chgData name="Nelavelli Durga Naga Jahnavi - [CB.EN.U4CSE19135]" userId="S::cb.en.u4cse19135@cb.students.amrita.edu::74cf003d-706a-4b01-a4f9-d7177035e9d2" providerId="AD" clId="Web-{7787C38C-5F9C-BB43-1AA5-150B05AE2C5E}" dt="2022-12-07T09:55:44.444" v="444" actId="14100"/>
          <ac:picMkLst>
            <pc:docMk/>
            <pc:sldMk cId="266071217" sldId="308"/>
            <ac:picMk id="4" creationId="{87C5EDBB-CBE6-8D49-2AA7-A447BDB2108E}"/>
          </ac:picMkLst>
        </pc:picChg>
      </pc:sldChg>
      <pc:sldChg chg="addSp delSp modSp new">
        <pc:chgData name="Nelavelli Durga Naga Jahnavi - [CB.EN.U4CSE19135]" userId="S::cb.en.u4cse19135@cb.students.amrita.edu::74cf003d-706a-4b01-a4f9-d7177035e9d2" providerId="AD" clId="Web-{7787C38C-5F9C-BB43-1AA5-150B05AE2C5E}" dt="2022-12-07T09:57:31.400" v="463" actId="14100"/>
        <pc:sldMkLst>
          <pc:docMk/>
          <pc:sldMk cId="729438952" sldId="309"/>
        </pc:sldMkLst>
        <pc:spChg chg="del mod">
          <ac:chgData name="Nelavelli Durga Naga Jahnavi - [CB.EN.U4CSE19135]" userId="S::cb.en.u4cse19135@cb.students.amrita.edu::74cf003d-706a-4b01-a4f9-d7177035e9d2" providerId="AD" clId="Web-{7787C38C-5F9C-BB43-1AA5-150B05AE2C5E}" dt="2022-12-07T09:55:59.351" v="448"/>
          <ac:spMkLst>
            <pc:docMk/>
            <pc:sldMk cId="729438952" sldId="309"/>
            <ac:spMk id="2" creationId="{823DA652-7F04-009E-5278-98FA0D40DCEC}"/>
          </ac:spMkLst>
        </pc:spChg>
        <pc:spChg chg="del">
          <ac:chgData name="Nelavelli Durga Naga Jahnavi - [CB.EN.U4CSE19135]" userId="S::cb.en.u4cse19135@cb.students.amrita.edu::74cf003d-706a-4b01-a4f9-d7177035e9d2" providerId="AD" clId="Web-{7787C38C-5F9C-BB43-1AA5-150B05AE2C5E}" dt="2022-12-07T09:55:54.460" v="446"/>
          <ac:spMkLst>
            <pc:docMk/>
            <pc:sldMk cId="729438952" sldId="309"/>
            <ac:spMk id="3" creationId="{B9DFD50C-548F-3193-2CCA-4709AE0CE1A4}"/>
          </ac:spMkLst>
        </pc:spChg>
        <pc:picChg chg="add mod modCrop">
          <ac:chgData name="Nelavelli Durga Naga Jahnavi - [CB.EN.U4CSE19135]" userId="S::cb.en.u4cse19135@cb.students.amrita.edu::74cf003d-706a-4b01-a4f9-d7177035e9d2" providerId="AD" clId="Web-{7787C38C-5F9C-BB43-1AA5-150B05AE2C5E}" dt="2022-12-07T09:57:31.400" v="463" actId="14100"/>
          <ac:picMkLst>
            <pc:docMk/>
            <pc:sldMk cId="729438952" sldId="309"/>
            <ac:picMk id="4" creationId="{93267B82-509C-737E-2540-C630009A8CAD}"/>
          </ac:picMkLst>
        </pc:picChg>
      </pc:sldChg>
      <pc:sldChg chg="addSp delSp modSp new">
        <pc:chgData name="Nelavelli Durga Naga Jahnavi - [CB.EN.U4CSE19135]" userId="S::cb.en.u4cse19135@cb.students.amrita.edu::74cf003d-706a-4b01-a4f9-d7177035e9d2" providerId="AD" clId="Web-{7787C38C-5F9C-BB43-1AA5-150B05AE2C5E}" dt="2022-12-07T09:58:39.183" v="485" actId="14100"/>
        <pc:sldMkLst>
          <pc:docMk/>
          <pc:sldMk cId="1423216704" sldId="310"/>
        </pc:sldMkLst>
        <pc:spChg chg="del mod">
          <ac:chgData name="Nelavelli Durga Naga Jahnavi - [CB.EN.U4CSE19135]" userId="S::cb.en.u4cse19135@cb.students.amrita.edu::74cf003d-706a-4b01-a4f9-d7177035e9d2" providerId="AD" clId="Web-{7787C38C-5F9C-BB43-1AA5-150B05AE2C5E}" dt="2022-12-07T09:57:46.010" v="466"/>
          <ac:spMkLst>
            <pc:docMk/>
            <pc:sldMk cId="1423216704" sldId="310"/>
            <ac:spMk id="2" creationId="{A076BA46-99D8-FB67-337F-F249837BA485}"/>
          </ac:spMkLst>
        </pc:spChg>
        <pc:spChg chg="del mod">
          <ac:chgData name="Nelavelli Durga Naga Jahnavi - [CB.EN.U4CSE19135]" userId="S::cb.en.u4cse19135@cb.students.amrita.edu::74cf003d-706a-4b01-a4f9-d7177035e9d2" providerId="AD" clId="Web-{7787C38C-5F9C-BB43-1AA5-150B05AE2C5E}" dt="2022-12-07T09:57:49.932" v="468"/>
          <ac:spMkLst>
            <pc:docMk/>
            <pc:sldMk cId="1423216704" sldId="310"/>
            <ac:spMk id="3" creationId="{54FAEA36-EA76-67DD-AD23-0D91A995E3C4}"/>
          </ac:spMkLst>
        </pc:spChg>
        <pc:picChg chg="add mod modCrop">
          <ac:chgData name="Nelavelli Durga Naga Jahnavi - [CB.EN.U4CSE19135]" userId="S::cb.en.u4cse19135@cb.students.amrita.edu::74cf003d-706a-4b01-a4f9-d7177035e9d2" providerId="AD" clId="Web-{7787C38C-5F9C-BB43-1AA5-150B05AE2C5E}" dt="2022-12-07T09:58:39.183" v="485" actId="14100"/>
          <ac:picMkLst>
            <pc:docMk/>
            <pc:sldMk cId="1423216704" sldId="310"/>
            <ac:picMk id="4" creationId="{42434894-26F7-CEFB-7686-A760411EBE50}"/>
          </ac:picMkLst>
        </pc:picChg>
      </pc:sldChg>
      <pc:sldChg chg="addSp delSp modSp new">
        <pc:chgData name="Nelavelli Durga Naga Jahnavi - [CB.EN.U4CSE19135]" userId="S::cb.en.u4cse19135@cb.students.amrita.edu::74cf003d-706a-4b01-a4f9-d7177035e9d2" providerId="AD" clId="Web-{7787C38C-5F9C-BB43-1AA5-150B05AE2C5E}" dt="2022-12-07T10:00:49.765" v="514" actId="14100"/>
        <pc:sldMkLst>
          <pc:docMk/>
          <pc:sldMk cId="3076143612" sldId="311"/>
        </pc:sldMkLst>
        <pc:spChg chg="del mod">
          <ac:chgData name="Nelavelli Durga Naga Jahnavi - [CB.EN.U4CSE19135]" userId="S::cb.en.u4cse19135@cb.students.amrita.edu::74cf003d-706a-4b01-a4f9-d7177035e9d2" providerId="AD" clId="Web-{7787C38C-5F9C-BB43-1AA5-150B05AE2C5E}" dt="2022-12-07T09:59:00.340" v="490"/>
          <ac:spMkLst>
            <pc:docMk/>
            <pc:sldMk cId="3076143612" sldId="311"/>
            <ac:spMk id="2" creationId="{E916878F-2E8C-BB06-666C-D92D0D42D012}"/>
          </ac:spMkLst>
        </pc:spChg>
        <pc:spChg chg="del mod">
          <ac:chgData name="Nelavelli Durga Naga Jahnavi - [CB.EN.U4CSE19135]" userId="S::cb.en.u4cse19135@cb.students.amrita.edu::74cf003d-706a-4b01-a4f9-d7177035e9d2" providerId="AD" clId="Web-{7787C38C-5F9C-BB43-1AA5-150B05AE2C5E}" dt="2022-12-07T09:58:55.371" v="488"/>
          <ac:spMkLst>
            <pc:docMk/>
            <pc:sldMk cId="3076143612" sldId="311"/>
            <ac:spMk id="3" creationId="{A9B6C2C2-C31F-1F4F-F622-8F97706D55C6}"/>
          </ac:spMkLst>
        </pc:spChg>
        <pc:picChg chg="add mod modCrop">
          <ac:chgData name="Nelavelli Durga Naga Jahnavi - [CB.EN.U4CSE19135]" userId="S::cb.en.u4cse19135@cb.students.amrita.edu::74cf003d-706a-4b01-a4f9-d7177035e9d2" providerId="AD" clId="Web-{7787C38C-5F9C-BB43-1AA5-150B05AE2C5E}" dt="2022-12-07T09:59:40.607" v="501" actId="14100"/>
          <ac:picMkLst>
            <pc:docMk/>
            <pc:sldMk cId="3076143612" sldId="311"/>
            <ac:picMk id="4" creationId="{EF89E090-BCDD-6699-4532-04F28D89071F}"/>
          </ac:picMkLst>
        </pc:picChg>
        <pc:picChg chg="add mod modCrop">
          <ac:chgData name="Nelavelli Durga Naga Jahnavi - [CB.EN.U4CSE19135]" userId="S::cb.en.u4cse19135@cb.students.amrita.edu::74cf003d-706a-4b01-a4f9-d7177035e9d2" providerId="AD" clId="Web-{7787C38C-5F9C-BB43-1AA5-150B05AE2C5E}" dt="2022-12-07T10:00:49.765" v="514" actId="14100"/>
          <ac:picMkLst>
            <pc:docMk/>
            <pc:sldMk cId="3076143612" sldId="311"/>
            <ac:picMk id="5" creationId="{301B3186-DD2E-CD6E-16F1-FD300123E53D}"/>
          </ac:picMkLst>
        </pc:picChg>
      </pc:sldChg>
      <pc:sldChg chg="delSp modSp new">
        <pc:chgData name="Nelavelli Durga Naga Jahnavi - [CB.EN.U4CSE19135]" userId="S::cb.en.u4cse19135@cb.students.amrita.edu::74cf003d-706a-4b01-a4f9-d7177035e9d2" providerId="AD" clId="Web-{7787C38C-5F9C-BB43-1AA5-150B05AE2C5E}" dt="2022-12-07T10:01:32.127" v="523" actId="14100"/>
        <pc:sldMkLst>
          <pc:docMk/>
          <pc:sldMk cId="3284123153" sldId="312"/>
        </pc:sldMkLst>
        <pc:spChg chg="mod">
          <ac:chgData name="Nelavelli Durga Naga Jahnavi - [CB.EN.U4CSE19135]" userId="S::cb.en.u4cse19135@cb.students.amrita.edu::74cf003d-706a-4b01-a4f9-d7177035e9d2" providerId="AD" clId="Web-{7787C38C-5F9C-BB43-1AA5-150B05AE2C5E}" dt="2022-12-07T10:01:32.127" v="523" actId="14100"/>
          <ac:spMkLst>
            <pc:docMk/>
            <pc:sldMk cId="3284123153" sldId="312"/>
            <ac:spMk id="2" creationId="{99DB926B-4E19-2810-D64F-AE8A0AAFF816}"/>
          </ac:spMkLst>
        </pc:spChg>
        <pc:spChg chg="del mod">
          <ac:chgData name="Nelavelli Durga Naga Jahnavi - [CB.EN.U4CSE19135]" userId="S::cb.en.u4cse19135@cb.students.amrita.edu::74cf003d-706a-4b01-a4f9-d7177035e9d2" providerId="AD" clId="Web-{7787C38C-5F9C-BB43-1AA5-150B05AE2C5E}" dt="2022-12-07T10:01:25.470" v="520"/>
          <ac:spMkLst>
            <pc:docMk/>
            <pc:sldMk cId="3284123153" sldId="312"/>
            <ac:spMk id="3" creationId="{592F7F2E-E695-0836-BD21-302E26C1A03E}"/>
          </ac:spMkLst>
        </pc:spChg>
      </pc:sldChg>
      <pc:sldChg chg="addSp delSp modSp new">
        <pc:chgData name="Nelavelli Durga Naga Jahnavi - [CB.EN.U4CSE19135]" userId="S::cb.en.u4cse19135@cb.students.amrita.edu::74cf003d-706a-4b01-a4f9-d7177035e9d2" providerId="AD" clId="Web-{7787C38C-5F9C-BB43-1AA5-150B05AE2C5E}" dt="2022-12-07T10:02:53.519" v="547" actId="14100"/>
        <pc:sldMkLst>
          <pc:docMk/>
          <pc:sldMk cId="1236978233" sldId="313"/>
        </pc:sldMkLst>
        <pc:spChg chg="del mod">
          <ac:chgData name="Nelavelli Durga Naga Jahnavi - [CB.EN.U4CSE19135]" userId="S::cb.en.u4cse19135@cb.students.amrita.edu::74cf003d-706a-4b01-a4f9-d7177035e9d2" providerId="AD" clId="Web-{7787C38C-5F9C-BB43-1AA5-150B05AE2C5E}" dt="2022-12-07T10:01:38.939" v="526"/>
          <ac:spMkLst>
            <pc:docMk/>
            <pc:sldMk cId="1236978233" sldId="313"/>
            <ac:spMk id="2" creationId="{7AFAA9D7-F145-836C-DE0A-557AE623B447}"/>
          </ac:spMkLst>
        </pc:spChg>
        <pc:spChg chg="del mod">
          <ac:chgData name="Nelavelli Durga Naga Jahnavi - [CB.EN.U4CSE19135]" userId="S::cb.en.u4cse19135@cb.students.amrita.edu::74cf003d-706a-4b01-a4f9-d7177035e9d2" providerId="AD" clId="Web-{7787C38C-5F9C-BB43-1AA5-150B05AE2C5E}" dt="2022-12-07T10:01:42.439" v="528"/>
          <ac:spMkLst>
            <pc:docMk/>
            <pc:sldMk cId="1236978233" sldId="313"/>
            <ac:spMk id="3" creationId="{DECCAAC3-9F19-F23B-BD8E-00E6D8C39D3F}"/>
          </ac:spMkLst>
        </pc:spChg>
        <pc:picChg chg="add mod modCrop">
          <ac:chgData name="Nelavelli Durga Naga Jahnavi - [CB.EN.U4CSE19135]" userId="S::cb.en.u4cse19135@cb.students.amrita.edu::74cf003d-706a-4b01-a4f9-d7177035e9d2" providerId="AD" clId="Web-{7787C38C-5F9C-BB43-1AA5-150B05AE2C5E}" dt="2022-12-07T10:02:53.519" v="547" actId="14100"/>
          <ac:picMkLst>
            <pc:docMk/>
            <pc:sldMk cId="1236978233" sldId="313"/>
            <ac:picMk id="4" creationId="{B1469314-B1DD-01FD-7FE9-D588729FD170}"/>
          </ac:picMkLst>
        </pc:picChg>
      </pc:sldChg>
      <pc:sldChg chg="addSp delSp modSp new">
        <pc:chgData name="Nelavelli Durga Naga Jahnavi - [CB.EN.U4CSE19135]" userId="S::cb.en.u4cse19135@cb.students.amrita.edu::74cf003d-706a-4b01-a4f9-d7177035e9d2" providerId="AD" clId="Web-{7787C38C-5F9C-BB43-1AA5-150B05AE2C5E}" dt="2022-12-07T10:04:13.928" v="569" actId="14100"/>
        <pc:sldMkLst>
          <pc:docMk/>
          <pc:sldMk cId="3716080080" sldId="314"/>
        </pc:sldMkLst>
        <pc:spChg chg="del mod">
          <ac:chgData name="Nelavelli Durga Naga Jahnavi - [CB.EN.U4CSE19135]" userId="S::cb.en.u4cse19135@cb.students.amrita.edu::74cf003d-706a-4b01-a4f9-d7177035e9d2" providerId="AD" clId="Web-{7787C38C-5F9C-BB43-1AA5-150B05AE2C5E}" dt="2022-12-07T10:03:02.597" v="550"/>
          <ac:spMkLst>
            <pc:docMk/>
            <pc:sldMk cId="3716080080" sldId="314"/>
            <ac:spMk id="2" creationId="{20A33D8D-0A8E-0B8E-E60D-A9448578D42B}"/>
          </ac:spMkLst>
        </pc:spChg>
        <pc:spChg chg="del mod">
          <ac:chgData name="Nelavelli Durga Naga Jahnavi - [CB.EN.U4CSE19135]" userId="S::cb.en.u4cse19135@cb.students.amrita.edu::74cf003d-706a-4b01-a4f9-d7177035e9d2" providerId="AD" clId="Web-{7787C38C-5F9C-BB43-1AA5-150B05AE2C5E}" dt="2022-12-07T10:03:07.207" v="552"/>
          <ac:spMkLst>
            <pc:docMk/>
            <pc:sldMk cId="3716080080" sldId="314"/>
            <ac:spMk id="3" creationId="{411390FF-4A6B-C9A8-F30A-EA2EEDA2649E}"/>
          </ac:spMkLst>
        </pc:spChg>
        <pc:picChg chg="add mod modCrop">
          <ac:chgData name="Nelavelli Durga Naga Jahnavi - [CB.EN.U4CSE19135]" userId="S::cb.en.u4cse19135@cb.students.amrita.edu::74cf003d-706a-4b01-a4f9-d7177035e9d2" providerId="AD" clId="Web-{7787C38C-5F9C-BB43-1AA5-150B05AE2C5E}" dt="2022-12-07T10:04:13.928" v="569" actId="14100"/>
          <ac:picMkLst>
            <pc:docMk/>
            <pc:sldMk cId="3716080080" sldId="314"/>
            <ac:picMk id="4" creationId="{E54DFEAC-6D23-A7EC-8D0C-B076EDDBD95E}"/>
          </ac:picMkLst>
        </pc:picChg>
      </pc:sldChg>
      <pc:sldChg chg="addSp delSp modSp new">
        <pc:chgData name="Nelavelli Durga Naga Jahnavi - [CB.EN.U4CSE19135]" userId="S::cb.en.u4cse19135@cb.students.amrita.edu::74cf003d-706a-4b01-a4f9-d7177035e9d2" providerId="AD" clId="Web-{7787C38C-5F9C-BB43-1AA5-150B05AE2C5E}" dt="2022-12-07T10:06:27.260" v="594" actId="14100"/>
        <pc:sldMkLst>
          <pc:docMk/>
          <pc:sldMk cId="3409191360" sldId="315"/>
        </pc:sldMkLst>
        <pc:spChg chg="mod">
          <ac:chgData name="Nelavelli Durga Naga Jahnavi - [CB.EN.U4CSE19135]" userId="S::cb.en.u4cse19135@cb.students.amrita.edu::74cf003d-706a-4b01-a4f9-d7177035e9d2" providerId="AD" clId="Web-{7787C38C-5F9C-BB43-1AA5-150B05AE2C5E}" dt="2022-12-07T10:05:15.195" v="576" actId="20577"/>
          <ac:spMkLst>
            <pc:docMk/>
            <pc:sldMk cId="3409191360" sldId="315"/>
            <ac:spMk id="2" creationId="{A9B414AC-ADDC-1FF6-620E-158EB5B11E41}"/>
          </ac:spMkLst>
        </pc:spChg>
        <pc:spChg chg="del mod">
          <ac:chgData name="Nelavelli Durga Naga Jahnavi - [CB.EN.U4CSE19135]" userId="S::cb.en.u4cse19135@cb.students.amrita.edu::74cf003d-706a-4b01-a4f9-d7177035e9d2" providerId="AD" clId="Web-{7787C38C-5F9C-BB43-1AA5-150B05AE2C5E}" dt="2022-12-07T10:05:18.898" v="578"/>
          <ac:spMkLst>
            <pc:docMk/>
            <pc:sldMk cId="3409191360" sldId="315"/>
            <ac:spMk id="3" creationId="{0B78BCB6-D9B4-4DC4-4C88-A4DBFE9C1138}"/>
          </ac:spMkLst>
        </pc:spChg>
        <pc:picChg chg="add mod modCrop">
          <ac:chgData name="Nelavelli Durga Naga Jahnavi - [CB.EN.U4CSE19135]" userId="S::cb.en.u4cse19135@cb.students.amrita.edu::74cf003d-706a-4b01-a4f9-d7177035e9d2" providerId="AD" clId="Web-{7787C38C-5F9C-BB43-1AA5-150B05AE2C5E}" dt="2022-12-07T10:06:27.260" v="594" actId="14100"/>
          <ac:picMkLst>
            <pc:docMk/>
            <pc:sldMk cId="3409191360" sldId="315"/>
            <ac:picMk id="4" creationId="{72125261-1196-95AC-8A82-0826482CE2D0}"/>
          </ac:picMkLst>
        </pc:picChg>
      </pc:sldChg>
      <pc:sldChg chg="addSp delSp modSp new">
        <pc:chgData name="Nelavelli Durga Naga Jahnavi - [CB.EN.U4CSE19135]" userId="S::cb.en.u4cse19135@cb.students.amrita.edu::74cf003d-706a-4b01-a4f9-d7177035e9d2" providerId="AD" clId="Web-{7787C38C-5F9C-BB43-1AA5-150B05AE2C5E}" dt="2022-12-07T10:08:04.606" v="619" actId="14100"/>
        <pc:sldMkLst>
          <pc:docMk/>
          <pc:sldMk cId="3577162943" sldId="316"/>
        </pc:sldMkLst>
        <pc:spChg chg="del mod">
          <ac:chgData name="Nelavelli Durga Naga Jahnavi - [CB.EN.U4CSE19135]" userId="S::cb.en.u4cse19135@cb.students.amrita.edu::74cf003d-706a-4b01-a4f9-d7177035e9d2" providerId="AD" clId="Web-{7787C38C-5F9C-BB43-1AA5-150B05AE2C5E}" dt="2022-12-07T10:06:36.510" v="597"/>
          <ac:spMkLst>
            <pc:docMk/>
            <pc:sldMk cId="3577162943" sldId="316"/>
            <ac:spMk id="2" creationId="{ADAC9BF4-8510-3E9B-4A2C-8D0A05E0A1E6}"/>
          </ac:spMkLst>
        </pc:spChg>
        <pc:spChg chg="del mod">
          <ac:chgData name="Nelavelli Durga Naga Jahnavi - [CB.EN.U4CSE19135]" userId="S::cb.en.u4cse19135@cb.students.amrita.edu::74cf003d-706a-4b01-a4f9-d7177035e9d2" providerId="AD" clId="Web-{7787C38C-5F9C-BB43-1AA5-150B05AE2C5E}" dt="2022-12-07T10:06:39.682" v="599"/>
          <ac:spMkLst>
            <pc:docMk/>
            <pc:sldMk cId="3577162943" sldId="316"/>
            <ac:spMk id="3" creationId="{E2CC91A8-54AC-81FB-B2F7-291BEEA68612}"/>
          </ac:spMkLst>
        </pc:spChg>
        <pc:picChg chg="add del mod">
          <ac:chgData name="Nelavelli Durga Naga Jahnavi - [CB.EN.U4CSE19135]" userId="S::cb.en.u4cse19135@cb.students.amrita.edu::74cf003d-706a-4b01-a4f9-d7177035e9d2" providerId="AD" clId="Web-{7787C38C-5F9C-BB43-1AA5-150B05AE2C5E}" dt="2022-12-07T10:07:49.325" v="611"/>
          <ac:picMkLst>
            <pc:docMk/>
            <pc:sldMk cId="3577162943" sldId="316"/>
            <ac:picMk id="4" creationId="{C39D6B01-9D7B-DDEC-7A6E-EBEB10545D59}"/>
          </ac:picMkLst>
        </pc:picChg>
        <pc:picChg chg="add mod modCrop">
          <ac:chgData name="Nelavelli Durga Naga Jahnavi - [CB.EN.U4CSE19135]" userId="S::cb.en.u4cse19135@cb.students.amrita.edu::74cf003d-706a-4b01-a4f9-d7177035e9d2" providerId="AD" clId="Web-{7787C38C-5F9C-BB43-1AA5-150B05AE2C5E}" dt="2022-12-07T10:08:04.606" v="619" actId="14100"/>
          <ac:picMkLst>
            <pc:docMk/>
            <pc:sldMk cId="3577162943" sldId="316"/>
            <ac:picMk id="5" creationId="{1F0457EB-5D86-597C-0E80-255ECCB77161}"/>
          </ac:picMkLst>
        </pc:picChg>
      </pc:sldChg>
      <pc:sldChg chg="addSp delSp modSp new">
        <pc:chgData name="Nelavelli Durga Naga Jahnavi - [CB.EN.U4CSE19135]" userId="S::cb.en.u4cse19135@cb.students.amrita.edu::74cf003d-706a-4b01-a4f9-d7177035e9d2" providerId="AD" clId="Web-{7787C38C-5F9C-BB43-1AA5-150B05AE2C5E}" dt="2022-12-07T10:09:29.953" v="644" actId="14100"/>
        <pc:sldMkLst>
          <pc:docMk/>
          <pc:sldMk cId="1726350454" sldId="317"/>
        </pc:sldMkLst>
        <pc:spChg chg="del mod">
          <ac:chgData name="Nelavelli Durga Naga Jahnavi - [CB.EN.U4CSE19135]" userId="S::cb.en.u4cse19135@cb.students.amrita.edu::74cf003d-706a-4b01-a4f9-d7177035e9d2" providerId="AD" clId="Web-{7787C38C-5F9C-BB43-1AA5-150B05AE2C5E}" dt="2022-12-07T10:08:12.857" v="622"/>
          <ac:spMkLst>
            <pc:docMk/>
            <pc:sldMk cId="1726350454" sldId="317"/>
            <ac:spMk id="2" creationId="{D9A0175B-4B66-05FD-C301-EC1DECB28EE1}"/>
          </ac:spMkLst>
        </pc:spChg>
        <pc:spChg chg="del mod">
          <ac:chgData name="Nelavelli Durga Naga Jahnavi - [CB.EN.U4CSE19135]" userId="S::cb.en.u4cse19135@cb.students.amrita.edu::74cf003d-706a-4b01-a4f9-d7177035e9d2" providerId="AD" clId="Web-{7787C38C-5F9C-BB43-1AA5-150B05AE2C5E}" dt="2022-12-07T10:08:16.872" v="624"/>
          <ac:spMkLst>
            <pc:docMk/>
            <pc:sldMk cId="1726350454" sldId="317"/>
            <ac:spMk id="3" creationId="{023B27E7-8CC0-D5F8-B5C8-5BD949CE259D}"/>
          </ac:spMkLst>
        </pc:spChg>
        <pc:picChg chg="add mod modCrop">
          <ac:chgData name="Nelavelli Durga Naga Jahnavi - [CB.EN.U4CSE19135]" userId="S::cb.en.u4cse19135@cb.students.amrita.edu::74cf003d-706a-4b01-a4f9-d7177035e9d2" providerId="AD" clId="Web-{7787C38C-5F9C-BB43-1AA5-150B05AE2C5E}" dt="2022-12-07T10:09:29.953" v="644" actId="14100"/>
          <ac:picMkLst>
            <pc:docMk/>
            <pc:sldMk cId="1726350454" sldId="317"/>
            <ac:picMk id="4" creationId="{977A03BA-4009-ACF2-7744-865D8C23BCD6}"/>
          </ac:picMkLst>
        </pc:picChg>
      </pc:sldChg>
      <pc:sldChg chg="addSp delSp modSp new">
        <pc:chgData name="Nelavelli Durga Naga Jahnavi - [CB.EN.U4CSE19135]" userId="S::cb.en.u4cse19135@cb.students.amrita.edu::74cf003d-706a-4b01-a4f9-d7177035e9d2" providerId="AD" clId="Web-{7787C38C-5F9C-BB43-1AA5-150B05AE2C5E}" dt="2022-12-07T10:12:11.926" v="678" actId="14100"/>
        <pc:sldMkLst>
          <pc:docMk/>
          <pc:sldMk cId="3679067341" sldId="318"/>
        </pc:sldMkLst>
        <pc:spChg chg="del mod">
          <ac:chgData name="Nelavelli Durga Naga Jahnavi - [CB.EN.U4CSE19135]" userId="S::cb.en.u4cse19135@cb.students.amrita.edu::74cf003d-706a-4b01-a4f9-d7177035e9d2" providerId="AD" clId="Web-{7787C38C-5F9C-BB43-1AA5-150B05AE2C5E}" dt="2022-12-07T10:11:08.956" v="666"/>
          <ac:spMkLst>
            <pc:docMk/>
            <pc:sldMk cId="3679067341" sldId="318"/>
            <ac:spMk id="2" creationId="{4490BE8D-0BF0-9E95-32E1-0EE818D657FD}"/>
          </ac:spMkLst>
        </pc:spChg>
        <pc:spChg chg="del mod">
          <ac:chgData name="Nelavelli Durga Naga Jahnavi - [CB.EN.U4CSE19135]" userId="S::cb.en.u4cse19135@cb.students.amrita.edu::74cf003d-706a-4b01-a4f9-d7177035e9d2" providerId="AD" clId="Web-{7787C38C-5F9C-BB43-1AA5-150B05AE2C5E}" dt="2022-12-07T10:09:49.875" v="648"/>
          <ac:spMkLst>
            <pc:docMk/>
            <pc:sldMk cId="3679067341" sldId="318"/>
            <ac:spMk id="3" creationId="{299959EB-F321-D945-9497-05A0D3339E86}"/>
          </ac:spMkLst>
        </pc:spChg>
        <pc:picChg chg="add mod modCrop">
          <ac:chgData name="Nelavelli Durga Naga Jahnavi - [CB.EN.U4CSE19135]" userId="S::cb.en.u4cse19135@cb.students.amrita.edu::74cf003d-706a-4b01-a4f9-d7177035e9d2" providerId="AD" clId="Web-{7787C38C-5F9C-BB43-1AA5-150B05AE2C5E}" dt="2022-12-07T10:11:14.581" v="667" actId="1076"/>
          <ac:picMkLst>
            <pc:docMk/>
            <pc:sldMk cId="3679067341" sldId="318"/>
            <ac:picMk id="4" creationId="{0304A793-CCA4-B994-5ED6-6EADA253AAF4}"/>
          </ac:picMkLst>
        </pc:picChg>
        <pc:picChg chg="add mod modCrop">
          <ac:chgData name="Nelavelli Durga Naga Jahnavi - [CB.EN.U4CSE19135]" userId="S::cb.en.u4cse19135@cb.students.amrita.edu::74cf003d-706a-4b01-a4f9-d7177035e9d2" providerId="AD" clId="Web-{7787C38C-5F9C-BB43-1AA5-150B05AE2C5E}" dt="2022-12-07T10:12:11.926" v="678" actId="14100"/>
          <ac:picMkLst>
            <pc:docMk/>
            <pc:sldMk cId="3679067341" sldId="318"/>
            <ac:picMk id="5" creationId="{47D08238-0B88-ED24-8324-051F49786423}"/>
          </ac:picMkLst>
        </pc:picChg>
      </pc:sldChg>
      <pc:sldChg chg="addSp delSp modSp new">
        <pc:chgData name="Nelavelli Durga Naga Jahnavi - [CB.EN.U4CSE19135]" userId="S::cb.en.u4cse19135@cb.students.amrita.edu::74cf003d-706a-4b01-a4f9-d7177035e9d2" providerId="AD" clId="Web-{7787C38C-5F9C-BB43-1AA5-150B05AE2C5E}" dt="2022-12-07T10:13:31.147" v="698" actId="14100"/>
        <pc:sldMkLst>
          <pc:docMk/>
          <pc:sldMk cId="2613323992" sldId="319"/>
        </pc:sldMkLst>
        <pc:spChg chg="del mod">
          <ac:chgData name="Nelavelli Durga Naga Jahnavi - [CB.EN.U4CSE19135]" userId="S::cb.en.u4cse19135@cb.students.amrita.edu::74cf003d-706a-4b01-a4f9-d7177035e9d2" providerId="AD" clId="Web-{7787C38C-5F9C-BB43-1AA5-150B05AE2C5E}" dt="2022-12-07T10:12:31.021" v="681"/>
          <ac:spMkLst>
            <pc:docMk/>
            <pc:sldMk cId="2613323992" sldId="319"/>
            <ac:spMk id="2" creationId="{841B81A0-6ADB-AA12-64B7-857D3B87B205}"/>
          </ac:spMkLst>
        </pc:spChg>
        <pc:spChg chg="del mod">
          <ac:chgData name="Nelavelli Durga Naga Jahnavi - [CB.EN.U4CSE19135]" userId="S::cb.en.u4cse19135@cb.students.amrita.edu::74cf003d-706a-4b01-a4f9-d7177035e9d2" providerId="AD" clId="Web-{7787C38C-5F9C-BB43-1AA5-150B05AE2C5E}" dt="2022-12-07T10:12:33.974" v="683"/>
          <ac:spMkLst>
            <pc:docMk/>
            <pc:sldMk cId="2613323992" sldId="319"/>
            <ac:spMk id="3" creationId="{0B7C715F-B131-E04D-F712-388F0F676BA0}"/>
          </ac:spMkLst>
        </pc:spChg>
        <pc:picChg chg="add mod modCrop">
          <ac:chgData name="Nelavelli Durga Naga Jahnavi - [CB.EN.U4CSE19135]" userId="S::cb.en.u4cse19135@cb.students.amrita.edu::74cf003d-706a-4b01-a4f9-d7177035e9d2" providerId="AD" clId="Web-{7787C38C-5F9C-BB43-1AA5-150B05AE2C5E}" dt="2022-12-07T10:13:31.147" v="698" actId="14100"/>
          <ac:picMkLst>
            <pc:docMk/>
            <pc:sldMk cId="2613323992" sldId="319"/>
            <ac:picMk id="4" creationId="{A078B01A-3563-23CC-F9C2-C6A23AFE907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152A36BC-8867-45CA-AD1A-58D558AF28C9}" type="datetimeFigureOut">
              <a:rPr lang="en-IN" smtClean="0"/>
              <a:t>24-03-2026</a:t>
            </a:fld>
            <a:endParaRPr lang="en-IN"/>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CBFA5F32-332B-4DFB-B61D-968C71BC0C44}" type="slidenum">
              <a:rPr lang="en-IN" smtClean="0"/>
              <a:t>‹#›</a:t>
            </a:fld>
            <a:endParaRPr lang="en-IN"/>
          </a:p>
        </p:txBody>
      </p:sp>
    </p:spTree>
    <p:extLst>
      <p:ext uri="{BB962C8B-B14F-4D97-AF65-F5344CB8AC3E}">
        <p14:creationId xmlns:p14="http://schemas.microsoft.com/office/powerpoint/2010/main" val="991982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FA5F32-332B-4DFB-B61D-968C71BC0C44}" type="slidenum">
              <a:rPr lang="en-IN" smtClean="0"/>
              <a:t>11</a:t>
            </a:fld>
            <a:endParaRPr lang="en-IN"/>
          </a:p>
        </p:txBody>
      </p:sp>
    </p:spTree>
    <p:extLst>
      <p:ext uri="{BB962C8B-B14F-4D97-AF65-F5344CB8AC3E}">
        <p14:creationId xmlns:p14="http://schemas.microsoft.com/office/powerpoint/2010/main" val="1164731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05"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7"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0"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1"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5"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9"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1"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2"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6"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7"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9"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0"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1"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2"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3"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4"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7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8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8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8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6"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8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8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9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4"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9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8"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0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0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6"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08"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9"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0"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1"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2"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3"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5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6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6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6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6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6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6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6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6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8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8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9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9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9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99"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100" name="Group 7"/>
          <p:cNvGrpSpPr/>
          <p:nvPr/>
        </p:nvGrpSpPr>
        <p:grpSpPr>
          <a:xfrm>
            <a:off x="-14400" y="0"/>
            <a:ext cx="12053160" cy="6857280"/>
            <a:chOff x="-14400" y="0"/>
            <a:chExt cx="12053160" cy="6857280"/>
          </a:xfrm>
        </p:grpSpPr>
        <p:grpSp>
          <p:nvGrpSpPr>
            <p:cNvPr id="2" name="Group 8"/>
            <p:cNvGrpSpPr/>
            <p:nvPr/>
          </p:nvGrpSpPr>
          <p:grpSpPr>
            <a:xfrm>
              <a:off x="-14400" y="0"/>
              <a:ext cx="1220400" cy="6857280"/>
              <a:chOff x="-14400" y="0"/>
              <a:chExt cx="1220400" cy="6857280"/>
            </a:xfrm>
          </p:grpSpPr>
          <p:sp>
            <p:nvSpPr>
              <p:cNvPr id="3" name="Rectangle 5"/>
              <p:cNvSpPr/>
              <p:nvPr/>
            </p:nvSpPr>
            <p:spPr>
              <a:xfrm>
                <a:off x="11448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 name="Freeform 6"/>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 name="Freeform 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 name="Freeform 8"/>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 name="Freeform 9"/>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 name="Freeform 1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 name="Freeform 11"/>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0" name="Freeform 12"/>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1" name="Freeform 13"/>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2" name="Freeform 14"/>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3" name="Freeform 15"/>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 name="Line 16"/>
              <p:cNvSpPr/>
              <p:nvPr/>
            </p:nvSpPr>
            <p:spPr>
              <a:xfrm>
                <a:off x="-4680" y="93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path>
                </a:pathLst>
              </a:custGeom>
              <a:noFill/>
              <a:ln w="15">
                <a:solidFill>
                  <a:srgbClr val="FFFFFF"/>
                </a:solidFill>
              </a:ln>
            </p:spPr>
            <p:style>
              <a:lnRef idx="0">
                <a:scrgbClr r="0" g="0" b="0"/>
              </a:lnRef>
              <a:fillRef idx="0">
                <a:scrgbClr r="0" g="0" b="0"/>
              </a:fillRef>
              <a:effectRef idx="0">
                <a:scrgbClr r="0" g="0" b="0"/>
              </a:effectRef>
              <a:fontRef idx="minor"/>
            </p:style>
          </p:sp>
          <p:sp>
            <p:nvSpPr>
              <p:cNvPr id="15" name="Freeform 1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 name="Freeform 18"/>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 name="Freeform 19"/>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8" name="Freeform 2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9" name="Rectangle 21"/>
              <p:cNvSpPr/>
              <p:nvPr/>
            </p:nvSpPr>
            <p:spPr>
              <a:xfrm>
                <a:off x="13320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0" name="Freeform 22"/>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1" name="Freeform 23"/>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 name="Freeform 24"/>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 name="Freeform 25"/>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 name="Freeform 26"/>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 name="Freeform 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6" name="Freeform 28"/>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7" name="Freeform 29"/>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8" name="Freeform 3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9" name="Freeform 31"/>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nvGrpSpPr>
            <p:cNvPr id="30" name="Group 9"/>
            <p:cNvGrpSpPr/>
            <p:nvPr/>
          </p:nvGrpSpPr>
          <p:grpSpPr>
            <a:xfrm>
              <a:off x="11364840" y="0"/>
              <a:ext cx="673920" cy="6847920"/>
              <a:chOff x="11364840" y="0"/>
              <a:chExt cx="673920" cy="6847920"/>
            </a:xfrm>
          </p:grpSpPr>
          <p:sp>
            <p:nvSpPr>
              <p:cNvPr id="31" name="Freeform 32"/>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2" name="Freeform 33"/>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3" name="Freeform 34"/>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4" name="Freeform 35"/>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5" name="Freeform 36"/>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6" name="Freeform 3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7" name="Freeform 38"/>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8" name="Freeform 39"/>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9" name="Freeform 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0" name="Rectangle 41"/>
              <p:cNvSpPr/>
              <p:nvPr/>
            </p:nvSpPr>
            <p:spPr>
              <a:xfrm>
                <a:off x="11939760" y="6595920"/>
                <a:ext cx="23040" cy="25164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pic>
        <p:nvPicPr>
          <p:cNvPr id="41"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42" name="Group 10"/>
          <p:cNvGrpSpPr/>
          <p:nvPr/>
        </p:nvGrpSpPr>
        <p:grpSpPr>
          <a:xfrm>
            <a:off x="0" y="0"/>
            <a:ext cx="2304360" cy="6857280"/>
            <a:chOff x="0" y="0"/>
            <a:chExt cx="2304360" cy="6857280"/>
          </a:xfrm>
        </p:grpSpPr>
        <p:sp>
          <p:nvSpPr>
            <p:cNvPr id="43" name="Rectangle 5"/>
            <p:cNvSpPr/>
            <p:nvPr/>
          </p:nvSpPr>
          <p:spPr>
            <a:xfrm>
              <a:off x="120960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4" name="Freeform 6"/>
            <p:cNvSpPr/>
            <p:nvPr/>
          </p:nvSpPr>
          <p:spPr>
            <a:xfrm>
              <a:off x="112860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5" name="Freeform 7"/>
            <p:cNvSpPr/>
            <p:nvPr/>
          </p:nvSpPr>
          <p:spPr>
            <a:xfrm>
              <a:off x="112392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6" name="Rectangle 8"/>
            <p:cNvSpPr/>
            <p:nvPr/>
          </p:nvSpPr>
          <p:spPr>
            <a:xfrm>
              <a:off x="414360" y="9360"/>
              <a:ext cx="27720" cy="44809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7" name="Freeform 9"/>
            <p:cNvSpPr/>
            <p:nvPr/>
          </p:nvSpPr>
          <p:spPr>
            <a:xfrm>
              <a:off x="3333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8" name="Freeform 10"/>
            <p:cNvSpPr/>
            <p:nvPr/>
          </p:nvSpPr>
          <p:spPr>
            <a:xfrm>
              <a:off x="190440" y="9360"/>
              <a:ext cx="151560" cy="907200"/>
            </a:xfrm>
            <a:custGeom>
              <a:avLst/>
              <a:gdLst>
                <a:gd name="textAreaLeft" fmla="*/ 0 w 151560"/>
                <a:gd name="textAreaRight" fmla="*/ 151920 w 151560"/>
                <a:gd name="textAreaTop" fmla="*/ 0 h 907200"/>
                <a:gd name="textAreaBottom" fmla="*/ 907560 h 907200"/>
              </a:gdLst>
              <a:ahLst/>
              <a:cxnLst/>
              <a:rect l="textAreaLeft" t="textAreaTop" r="textAreaRight" b="textAreaBottom"/>
              <a:pathLst>
                <a:path w="96" h="572">
                  <a:moveTo>
                    <a:pt x="15" y="572"/>
                  </a:moveTo>
                  <a:lnTo>
                    <a:pt x="0" y="566"/>
                  </a:lnTo>
                  <a:lnTo>
                    <a:pt x="81" y="380"/>
                  </a:lnTo>
                  <a:lnTo>
                    <a:pt x="81" y="0"/>
                  </a:lnTo>
                  <a:lnTo>
                    <a:pt x="96" y="0"/>
                  </a:lnTo>
                  <a:lnTo>
                    <a:pt x="96" y="383"/>
                  </a:lnTo>
                  <a:lnTo>
                    <a:pt x="15" y="57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9" name="Freeform 11"/>
            <p:cNvSpPr/>
            <p:nvPr/>
          </p:nvSpPr>
          <p:spPr>
            <a:xfrm>
              <a:off x="1290600" y="14400"/>
              <a:ext cx="375480" cy="1801080"/>
            </a:xfrm>
            <a:custGeom>
              <a:avLst/>
              <a:gdLst>
                <a:gd name="textAreaLeft" fmla="*/ 0 w 375480"/>
                <a:gd name="textAreaRight" fmla="*/ 375840 w 375480"/>
                <a:gd name="textAreaTop" fmla="*/ 0 h 1801080"/>
                <a:gd name="textAreaBottom" fmla="*/ 1801440 h 1801080"/>
              </a:gdLst>
              <a:ahLst/>
              <a:cxnLst/>
              <a:rect l="textAreaLeft" t="textAreaTop" r="textAreaRight" b="textAreaBottom"/>
              <a:pathLst>
                <a:path w="237" h="1135">
                  <a:moveTo>
                    <a:pt x="222" y="1135"/>
                  </a:moveTo>
                  <a:lnTo>
                    <a:pt x="0" y="620"/>
                  </a:lnTo>
                  <a:lnTo>
                    <a:pt x="0" y="0"/>
                  </a:lnTo>
                  <a:lnTo>
                    <a:pt x="18" y="0"/>
                  </a:lnTo>
                  <a:lnTo>
                    <a:pt x="18" y="617"/>
                  </a:lnTo>
                  <a:lnTo>
                    <a:pt x="237" y="1129"/>
                  </a:lnTo>
                  <a:lnTo>
                    <a:pt x="222"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0" name="Freeform 12"/>
            <p:cNvSpPr/>
            <p:nvPr/>
          </p:nvSpPr>
          <p:spPr>
            <a:xfrm>
              <a:off x="160020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1" name="Freeform 13"/>
            <p:cNvSpPr/>
            <p:nvPr/>
          </p:nvSpPr>
          <p:spPr>
            <a:xfrm>
              <a:off x="1380960" y="9360"/>
              <a:ext cx="370800" cy="1424880"/>
            </a:xfrm>
            <a:custGeom>
              <a:avLst/>
              <a:gdLst>
                <a:gd name="textAreaLeft" fmla="*/ 0 w 370800"/>
                <a:gd name="textAreaRight" fmla="*/ 371160 w 370800"/>
                <a:gd name="textAreaTop" fmla="*/ 0 h 1424880"/>
                <a:gd name="textAreaBottom" fmla="*/ 1425240 h 1424880"/>
              </a:gdLst>
              <a:ahLst/>
              <a:cxnLst/>
              <a:rect l="textAreaLeft" t="textAreaTop" r="textAreaRight" b="textAreaBottom"/>
              <a:pathLst>
                <a:path w="234" h="898">
                  <a:moveTo>
                    <a:pt x="219" y="898"/>
                  </a:moveTo>
                  <a:lnTo>
                    <a:pt x="0" y="383"/>
                  </a:lnTo>
                  <a:lnTo>
                    <a:pt x="0" y="0"/>
                  </a:lnTo>
                  <a:lnTo>
                    <a:pt x="15" y="0"/>
                  </a:lnTo>
                  <a:lnTo>
                    <a:pt x="15" y="380"/>
                  </a:lnTo>
                  <a:lnTo>
                    <a:pt x="234" y="892"/>
                  </a:lnTo>
                  <a:lnTo>
                    <a:pt x="219"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2" name="Freeform 14"/>
            <p:cNvSpPr/>
            <p:nvPr/>
          </p:nvSpPr>
          <p:spPr>
            <a:xfrm>
              <a:off x="164304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3" name="Freeform 15"/>
            <p:cNvSpPr/>
            <p:nvPr/>
          </p:nvSpPr>
          <p:spPr>
            <a:xfrm>
              <a:off x="168588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4" name="Freeform 16"/>
            <p:cNvSpPr/>
            <p:nvPr/>
          </p:nvSpPr>
          <p:spPr>
            <a:xfrm>
              <a:off x="168588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5" name="Freeform 17"/>
            <p:cNvSpPr/>
            <p:nvPr/>
          </p:nvSpPr>
          <p:spPr>
            <a:xfrm>
              <a:off x="1743120" y="4680"/>
              <a:ext cx="418320" cy="521640"/>
            </a:xfrm>
            <a:custGeom>
              <a:avLst/>
              <a:gdLst>
                <a:gd name="textAreaLeft" fmla="*/ 0 w 418320"/>
                <a:gd name="textAreaRight" fmla="*/ 418680 w 418320"/>
                <a:gd name="textAreaTop" fmla="*/ 0 h 521640"/>
                <a:gd name="textAreaBottom" fmla="*/ 522000 h 521640"/>
              </a:gdLst>
              <a:ahLst/>
              <a:cxnLst/>
              <a:rect l="textAreaLeft" t="textAreaTop" r="textAreaRight" b="textAreaBottom"/>
              <a:pathLst>
                <a:path w="264" h="329">
                  <a:moveTo>
                    <a:pt x="252" y="329"/>
                  </a:moveTo>
                  <a:lnTo>
                    <a:pt x="45" y="120"/>
                  </a:lnTo>
                  <a:lnTo>
                    <a:pt x="0" y="6"/>
                  </a:lnTo>
                  <a:lnTo>
                    <a:pt x="15" y="0"/>
                  </a:lnTo>
                  <a:lnTo>
                    <a:pt x="60" y="111"/>
                  </a:lnTo>
                  <a:lnTo>
                    <a:pt x="264" y="317"/>
                  </a:lnTo>
                  <a:lnTo>
                    <a:pt x="252" y="329"/>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6" name="Freeform 18"/>
            <p:cNvSpPr/>
            <p:nvPr/>
          </p:nvSpPr>
          <p:spPr>
            <a:xfrm>
              <a:off x="211932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7" name="Freeform 19"/>
            <p:cNvSpPr/>
            <p:nvPr/>
          </p:nvSpPr>
          <p:spPr>
            <a:xfrm>
              <a:off x="952560" y="4680"/>
              <a:ext cx="151560" cy="907200"/>
            </a:xfrm>
            <a:custGeom>
              <a:avLst/>
              <a:gdLst>
                <a:gd name="textAreaLeft" fmla="*/ 0 w 151560"/>
                <a:gd name="textAreaRight" fmla="*/ 151920 w 151560"/>
                <a:gd name="textAreaTop" fmla="*/ 0 h 907200"/>
                <a:gd name="textAreaBottom" fmla="*/ 907560 h 907200"/>
              </a:gdLst>
              <a:ahLst/>
              <a:cxnLst/>
              <a:rect l="textAreaLeft" t="textAreaTop" r="textAreaRight" b="textAreaBottom"/>
              <a:pathLst>
                <a:path w="96" h="572">
                  <a:moveTo>
                    <a:pt x="15" y="572"/>
                  </a:moveTo>
                  <a:lnTo>
                    <a:pt x="0" y="572"/>
                  </a:lnTo>
                  <a:lnTo>
                    <a:pt x="0" y="189"/>
                  </a:lnTo>
                  <a:lnTo>
                    <a:pt x="81" y="0"/>
                  </a:lnTo>
                  <a:lnTo>
                    <a:pt x="96" y="6"/>
                  </a:lnTo>
                  <a:lnTo>
                    <a:pt x="15" y="192"/>
                  </a:lnTo>
                  <a:lnTo>
                    <a:pt x="15" y="57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8" name="Freeform 20"/>
            <p:cNvSpPr/>
            <p:nvPr/>
          </p:nvSpPr>
          <p:spPr>
            <a:xfrm>
              <a:off x="86688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9" name="Freeform 21"/>
            <p:cNvSpPr/>
            <p:nvPr/>
          </p:nvSpPr>
          <p:spPr>
            <a:xfrm>
              <a:off x="890640" y="15541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0" name="Freeform 22"/>
            <p:cNvSpPr/>
            <p:nvPr/>
          </p:nvSpPr>
          <p:spPr>
            <a:xfrm>
              <a:off x="738360" y="5622840"/>
              <a:ext cx="337320" cy="1215360"/>
            </a:xfrm>
            <a:custGeom>
              <a:avLst/>
              <a:gdLst>
                <a:gd name="textAreaLeft" fmla="*/ 0 w 337320"/>
                <a:gd name="textAreaRight" fmla="*/ 337680 w 337320"/>
                <a:gd name="textAreaTop" fmla="*/ 0 h 1215360"/>
                <a:gd name="textAreaBottom" fmla="*/ 1215720 h 1215360"/>
              </a:gdLst>
              <a:ahLst/>
              <a:cxnLst/>
              <a:rect l="textAreaLeft" t="textAreaTop" r="textAreaRight" b="textAreaBottom"/>
              <a:pathLst>
                <a:path w="213" h="766">
                  <a:moveTo>
                    <a:pt x="213" y="766"/>
                  </a:moveTo>
                  <a:lnTo>
                    <a:pt x="195" y="766"/>
                  </a:lnTo>
                  <a:lnTo>
                    <a:pt x="195" y="464"/>
                  </a:lnTo>
                  <a:lnTo>
                    <a:pt x="0" y="6"/>
                  </a:lnTo>
                  <a:lnTo>
                    <a:pt x="12" y="0"/>
                  </a:lnTo>
                  <a:lnTo>
                    <a:pt x="213" y="461"/>
                  </a:lnTo>
                  <a:lnTo>
                    <a:pt x="213"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1" name="Freeform 23"/>
            <p:cNvSpPr/>
            <p:nvPr/>
          </p:nvSpPr>
          <p:spPr>
            <a:xfrm>
              <a:off x="647640" y="547992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2" name="Freeform 24"/>
            <p:cNvSpPr/>
            <p:nvPr/>
          </p:nvSpPr>
          <p:spPr>
            <a:xfrm>
              <a:off x="6660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3" name="Freeform 25"/>
            <p:cNvSpPr/>
            <p:nvPr/>
          </p:nvSpPr>
          <p:spPr>
            <a:xfrm>
              <a:off x="0" y="3897360"/>
              <a:ext cx="132480" cy="266040"/>
            </a:xfrm>
            <a:custGeom>
              <a:avLst/>
              <a:gdLst>
                <a:gd name="textAreaLeft" fmla="*/ 0 w 132480"/>
                <a:gd name="textAreaRight" fmla="*/ 132840 w 132480"/>
                <a:gd name="textAreaTop" fmla="*/ 0 h 266040"/>
                <a:gd name="textAreaBottom" fmla="*/ 266400 h 266040"/>
              </a:gdLst>
              <a:ahLst/>
              <a:cxnLst/>
              <a:rect l="textAreaLeft" t="textAreaTop" r="textAreaRight" b="textAreaBottom"/>
              <a:pathLst>
                <a:path w="84" h="168">
                  <a:moveTo>
                    <a:pt x="69" y="168"/>
                  </a:moveTo>
                  <a:lnTo>
                    <a:pt x="0" y="6"/>
                  </a:lnTo>
                  <a:lnTo>
                    <a:pt x="12" y="0"/>
                  </a:lnTo>
                  <a:lnTo>
                    <a:pt x="84" y="162"/>
                  </a:lnTo>
                  <a:lnTo>
                    <a:pt x="69" y="16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4" name="Freeform 26"/>
            <p:cNvSpPr/>
            <p:nvPr/>
          </p:nvSpPr>
          <p:spPr>
            <a:xfrm>
              <a:off x="66600" y="414972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5" name="Freeform 27"/>
            <p:cNvSpPr/>
            <p:nvPr/>
          </p:nvSpPr>
          <p:spPr>
            <a:xfrm>
              <a:off x="0" y="1644480"/>
              <a:ext cx="132480" cy="269280"/>
            </a:xfrm>
            <a:custGeom>
              <a:avLst/>
              <a:gdLst>
                <a:gd name="textAreaLeft" fmla="*/ 0 w 132480"/>
                <a:gd name="textAreaRight" fmla="*/ 132840 w 132480"/>
                <a:gd name="textAreaTop" fmla="*/ 0 h 269280"/>
                <a:gd name="textAreaBottom" fmla="*/ 269640 h 269280"/>
              </a:gdLst>
              <a:ahLst/>
              <a:cxnLst/>
              <a:rect l="textAreaLeft" t="textAreaTop" r="textAreaRight" b="textAreaBottom"/>
              <a:pathLst>
                <a:path w="84" h="170">
                  <a:moveTo>
                    <a:pt x="12" y="170"/>
                  </a:moveTo>
                  <a:lnTo>
                    <a:pt x="0" y="164"/>
                  </a:lnTo>
                  <a:lnTo>
                    <a:pt x="69" y="0"/>
                  </a:lnTo>
                  <a:lnTo>
                    <a:pt x="84" y="6"/>
                  </a:lnTo>
                  <a:lnTo>
                    <a:pt x="12" y="17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6" name="Freeform 28"/>
            <p:cNvSpPr/>
            <p:nvPr/>
          </p:nvSpPr>
          <p:spPr>
            <a:xfrm>
              <a:off x="66600" y="14684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7" name="Freeform 29"/>
            <p:cNvSpPr/>
            <p:nvPr/>
          </p:nvSpPr>
          <p:spPr>
            <a:xfrm>
              <a:off x="695160" y="4680"/>
              <a:ext cx="308880" cy="1558080"/>
            </a:xfrm>
            <a:custGeom>
              <a:avLst/>
              <a:gdLst>
                <a:gd name="textAreaLeft" fmla="*/ 0 w 308880"/>
                <a:gd name="textAreaRight" fmla="*/ 309240 w 308880"/>
                <a:gd name="textAreaTop" fmla="*/ 0 h 1558080"/>
                <a:gd name="textAreaBottom" fmla="*/ 1558440 h 1558080"/>
              </a:gdLst>
              <a:ahLst/>
              <a:cxnLst/>
              <a:rect l="textAreaLeft" t="textAreaTop" r="textAreaRight" b="textAreaBottom"/>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8" name="Freeform 30"/>
            <p:cNvSpPr/>
            <p:nvPr/>
          </p:nvSpPr>
          <p:spPr>
            <a:xfrm>
              <a:off x="57240" y="48816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9" name="Freeform 31"/>
            <p:cNvSpPr/>
            <p:nvPr/>
          </p:nvSpPr>
          <p:spPr>
            <a:xfrm>
              <a:off x="138240" y="5060880"/>
              <a:ext cx="304200" cy="1777320"/>
            </a:xfrm>
            <a:custGeom>
              <a:avLst/>
              <a:gdLst>
                <a:gd name="textAreaLeft" fmla="*/ 0 w 304200"/>
                <a:gd name="textAreaRight" fmla="*/ 304560 w 304200"/>
                <a:gd name="textAreaTop" fmla="*/ 0 h 1777320"/>
                <a:gd name="textAreaBottom" fmla="*/ 1777680 h 1777320"/>
              </a:gdLst>
              <a:ahLst/>
              <a:cxnLst/>
              <a:rect l="textAreaLeft" t="textAreaTop" r="textAreaRight" b="textAreaBottom"/>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0" name="Freeform 32"/>
            <p:cNvSpPr/>
            <p:nvPr/>
          </p:nvSpPr>
          <p:spPr>
            <a:xfrm>
              <a:off x="561960" y="64310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1" name="Rectangle 33"/>
            <p:cNvSpPr/>
            <p:nvPr/>
          </p:nvSpPr>
          <p:spPr>
            <a:xfrm>
              <a:off x="642960" y="6610320"/>
              <a:ext cx="23040" cy="24228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2" name="Freeform 34"/>
            <p:cNvSpPr/>
            <p:nvPr/>
          </p:nvSpPr>
          <p:spPr>
            <a:xfrm>
              <a:off x="76320" y="64310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3" name="Freeform 35"/>
            <p:cNvSpPr/>
            <p:nvPr/>
          </p:nvSpPr>
          <p:spPr>
            <a:xfrm>
              <a:off x="0" y="5978520"/>
              <a:ext cx="189720" cy="461160"/>
            </a:xfrm>
            <a:custGeom>
              <a:avLst/>
              <a:gdLst>
                <a:gd name="textAreaLeft" fmla="*/ 0 w 189720"/>
                <a:gd name="textAreaRight" fmla="*/ 190080 w 189720"/>
                <a:gd name="textAreaTop" fmla="*/ 0 h 461160"/>
                <a:gd name="textAreaBottom" fmla="*/ 461520 h 461160"/>
              </a:gdLst>
              <a:ahLst/>
              <a:cxnLst/>
              <a:rect l="textAreaLeft" t="textAreaTop" r="textAreaRight" b="textAreaBottom"/>
              <a:pathLst>
                <a:path w="120" h="291">
                  <a:moveTo>
                    <a:pt x="120" y="291"/>
                  </a:moveTo>
                  <a:lnTo>
                    <a:pt x="105" y="291"/>
                  </a:lnTo>
                  <a:lnTo>
                    <a:pt x="105" y="114"/>
                  </a:lnTo>
                  <a:lnTo>
                    <a:pt x="0" y="9"/>
                  </a:lnTo>
                  <a:lnTo>
                    <a:pt x="12" y="0"/>
                  </a:lnTo>
                  <a:lnTo>
                    <a:pt x="120" y="108"/>
                  </a:lnTo>
                  <a:lnTo>
                    <a:pt x="120" y="29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4" name="Freeform 36"/>
            <p:cNvSpPr/>
            <p:nvPr/>
          </p:nvSpPr>
          <p:spPr>
            <a:xfrm>
              <a:off x="1014480" y="1801800"/>
              <a:ext cx="213480" cy="754920"/>
            </a:xfrm>
            <a:custGeom>
              <a:avLst/>
              <a:gdLst>
                <a:gd name="textAreaLeft" fmla="*/ 0 w 213480"/>
                <a:gd name="textAreaRight" fmla="*/ 213840 w 213480"/>
                <a:gd name="textAreaTop" fmla="*/ 0 h 754920"/>
                <a:gd name="textAreaBottom" fmla="*/ 755280 h 754920"/>
              </a:gdLst>
              <a:ahLst/>
              <a:cxnLst/>
              <a:rect l="textAreaLeft" t="textAreaTop" r="textAreaRight" b="textAreaBottom"/>
              <a:pathLst>
                <a:path w="135" h="476">
                  <a:moveTo>
                    <a:pt x="12" y="476"/>
                  </a:moveTo>
                  <a:lnTo>
                    <a:pt x="0" y="476"/>
                  </a:lnTo>
                  <a:lnTo>
                    <a:pt x="0" y="128"/>
                  </a:lnTo>
                  <a:lnTo>
                    <a:pt x="126" y="0"/>
                  </a:lnTo>
                  <a:lnTo>
                    <a:pt x="135" y="9"/>
                  </a:lnTo>
                  <a:lnTo>
                    <a:pt x="12" y="131"/>
                  </a:lnTo>
                  <a:lnTo>
                    <a:pt x="12" y="47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5" name="Freeform 37"/>
            <p:cNvSpPr/>
            <p:nvPr/>
          </p:nvSpPr>
          <p:spPr>
            <a:xfrm>
              <a:off x="938160" y="2548080"/>
              <a:ext cx="165960" cy="159480"/>
            </a:xfrm>
            <a:custGeom>
              <a:avLst/>
              <a:gdLst>
                <a:gd name="textAreaLeft" fmla="*/ 0 w 165960"/>
                <a:gd name="textAreaRight" fmla="*/ 166320 w 165960"/>
                <a:gd name="textAreaTop" fmla="*/ 0 h 159480"/>
                <a:gd name="textAreaBottom" fmla="*/ 159840 h 159480"/>
              </a:gdLst>
              <a:ahLst/>
              <a:cxnLst/>
              <a:rect l="textAreaLeft" t="textAreaTop" r="textAreaRight" b="textAreaBottom"/>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6" name="Freeform 38"/>
            <p:cNvSpPr/>
            <p:nvPr/>
          </p:nvSpPr>
          <p:spPr>
            <a:xfrm>
              <a:off x="595440" y="4680"/>
              <a:ext cx="637560" cy="4025160"/>
            </a:xfrm>
            <a:custGeom>
              <a:avLst/>
              <a:gdLst>
                <a:gd name="textAreaLeft" fmla="*/ 0 w 637560"/>
                <a:gd name="textAreaRight" fmla="*/ 637920 w 637560"/>
                <a:gd name="textAreaTop" fmla="*/ 0 h 4025160"/>
                <a:gd name="textAreaBottom" fmla="*/ 4025520 h 4025160"/>
              </a:gdLst>
              <a:ahLst/>
              <a:cxnLst/>
              <a:rect l="textAreaLeft" t="textAreaTop" r="textAreaRight" b="textAreaBottom"/>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7" name="Freeform 39"/>
            <p:cNvSpPr/>
            <p:nvPr/>
          </p:nvSpPr>
          <p:spPr>
            <a:xfrm>
              <a:off x="122400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8" name="Freeform 40"/>
            <p:cNvSpPr/>
            <p:nvPr/>
          </p:nvSpPr>
          <p:spPr>
            <a:xfrm>
              <a:off x="1300320" y="1849320"/>
              <a:ext cx="108720" cy="107280"/>
            </a:xfrm>
            <a:custGeom>
              <a:avLst/>
              <a:gdLst>
                <a:gd name="textAreaLeft" fmla="*/ 0 w 108720"/>
                <a:gd name="textAreaRight" fmla="*/ 109080 w 108720"/>
                <a:gd name="textAreaTop" fmla="*/ 0 h 107280"/>
                <a:gd name="textAreaBottom" fmla="*/ 107640 h 107280"/>
              </a:gdLst>
              <a:ahLst/>
              <a:cxn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9" name="Freeform 41"/>
            <p:cNvSpPr/>
            <p:nvPr/>
          </p:nvSpPr>
          <p:spPr>
            <a:xfrm>
              <a:off x="281160" y="3417840"/>
              <a:ext cx="142200" cy="474120"/>
            </a:xfrm>
            <a:custGeom>
              <a:avLst/>
              <a:gdLst>
                <a:gd name="textAreaLeft" fmla="*/ 0 w 142200"/>
                <a:gd name="textAreaRight" fmla="*/ 142560 w 142200"/>
                <a:gd name="textAreaTop" fmla="*/ 0 h 474120"/>
                <a:gd name="textAreaBottom" fmla="*/ 474480 h 474120"/>
              </a:gdLst>
              <a:ahLst/>
              <a:cxnLst/>
              <a:rect l="textAreaLeft" t="textAreaTop" r="textAreaRight" b="textAreaBottom"/>
              <a:pathLst>
                <a:path w="90" h="299">
                  <a:moveTo>
                    <a:pt x="12" y="299"/>
                  </a:moveTo>
                  <a:lnTo>
                    <a:pt x="0" y="299"/>
                  </a:lnTo>
                  <a:lnTo>
                    <a:pt x="0" y="80"/>
                  </a:lnTo>
                  <a:lnTo>
                    <a:pt x="81" y="0"/>
                  </a:lnTo>
                  <a:lnTo>
                    <a:pt x="90" y="8"/>
                  </a:lnTo>
                  <a:lnTo>
                    <a:pt x="12" y="83"/>
                  </a:lnTo>
                  <a:lnTo>
                    <a:pt x="12" y="299"/>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0" name="Freeform 42"/>
            <p:cNvSpPr/>
            <p:nvPr/>
          </p:nvSpPr>
          <p:spPr>
            <a:xfrm>
              <a:off x="237960" y="3882960"/>
              <a:ext cx="108720" cy="108720"/>
            </a:xfrm>
            <a:custGeom>
              <a:avLst/>
              <a:gdLst>
                <a:gd name="textAreaLeft" fmla="*/ 0 w 108720"/>
                <a:gd name="textAreaRight" fmla="*/ 109080 w 108720"/>
                <a:gd name="textAreaTop" fmla="*/ 0 h 108720"/>
                <a:gd name="textAreaBottom" fmla="*/ 109080 h 108720"/>
              </a:gdLst>
              <a:ahLst/>
              <a:cxnLst/>
              <a:rect l="textAreaLeft" t="textAreaTop" r="textAreaRight" b="textAreaBottom"/>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1" name="Freeform 43"/>
            <p:cNvSpPr/>
            <p:nvPr/>
          </p:nvSpPr>
          <p:spPr>
            <a:xfrm>
              <a:off x="4680" y="2166840"/>
              <a:ext cx="113760" cy="451800"/>
            </a:xfrm>
            <a:custGeom>
              <a:avLst/>
              <a:gdLst>
                <a:gd name="textAreaLeft" fmla="*/ 0 w 113760"/>
                <a:gd name="textAreaRight" fmla="*/ 114120 w 113760"/>
                <a:gd name="textAreaTop" fmla="*/ 0 h 451800"/>
                <a:gd name="textAreaBottom" fmla="*/ 452160 h 451800"/>
              </a:gdLst>
              <a:ahLst/>
              <a:cxnLst/>
              <a:rect l="textAreaLeft" t="textAreaTop" r="textAreaRight" b="textAreaBottom"/>
              <a:pathLst>
                <a:path w="72" h="285">
                  <a:moveTo>
                    <a:pt x="6" y="285"/>
                  </a:moveTo>
                  <a:lnTo>
                    <a:pt x="0" y="276"/>
                  </a:lnTo>
                  <a:lnTo>
                    <a:pt x="60" y="216"/>
                  </a:lnTo>
                  <a:lnTo>
                    <a:pt x="60" y="0"/>
                  </a:lnTo>
                  <a:lnTo>
                    <a:pt x="72" y="0"/>
                  </a:lnTo>
                  <a:lnTo>
                    <a:pt x="72" y="222"/>
                  </a:lnTo>
                  <a:lnTo>
                    <a:pt x="6" y="28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2" name="Freeform 44"/>
            <p:cNvSpPr/>
            <p:nvPr/>
          </p:nvSpPr>
          <p:spPr>
            <a:xfrm>
              <a:off x="52560" y="2066760"/>
              <a:ext cx="108720" cy="108720"/>
            </a:xfrm>
            <a:custGeom>
              <a:avLst/>
              <a:gdLst>
                <a:gd name="textAreaLeft" fmla="*/ 0 w 108720"/>
                <a:gd name="textAreaRight" fmla="*/ 109080 w 108720"/>
                <a:gd name="textAreaTop" fmla="*/ 0 h 108720"/>
                <a:gd name="textAreaBottom" fmla="*/ 109080 h 108720"/>
              </a:gdLst>
              <a:ahLst/>
              <a:cxn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3" name="Rectangle 45"/>
            <p:cNvSpPr/>
            <p:nvPr/>
          </p:nvSpPr>
          <p:spPr>
            <a:xfrm>
              <a:off x="122868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4" name="Freeform 46"/>
            <p:cNvSpPr/>
            <p:nvPr/>
          </p:nvSpPr>
          <p:spPr>
            <a:xfrm>
              <a:off x="1319040" y="5041800"/>
              <a:ext cx="370800" cy="1801080"/>
            </a:xfrm>
            <a:custGeom>
              <a:avLst/>
              <a:gdLst>
                <a:gd name="textAreaLeft" fmla="*/ 0 w 370800"/>
                <a:gd name="textAreaRight" fmla="*/ 371160 w 370800"/>
                <a:gd name="textAreaTop" fmla="*/ 0 h 1801080"/>
                <a:gd name="textAreaBottom" fmla="*/ 1801440 h 1801080"/>
              </a:gdLst>
              <a:ahLst/>
              <a:cxnLst/>
              <a:rect l="textAreaLeft" t="textAreaTop" r="textAreaRight" b="textAreaBottom"/>
              <a:pathLst>
                <a:path w="234" h="1135">
                  <a:moveTo>
                    <a:pt x="15" y="1135"/>
                  </a:moveTo>
                  <a:lnTo>
                    <a:pt x="0" y="1135"/>
                  </a:lnTo>
                  <a:lnTo>
                    <a:pt x="0" y="515"/>
                  </a:lnTo>
                  <a:lnTo>
                    <a:pt x="0" y="512"/>
                  </a:lnTo>
                  <a:lnTo>
                    <a:pt x="219" y="0"/>
                  </a:lnTo>
                  <a:lnTo>
                    <a:pt x="234"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5" name="Freeform 47"/>
            <p:cNvSpPr/>
            <p:nvPr/>
          </p:nvSpPr>
          <p:spPr>
            <a:xfrm>
              <a:off x="114768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6" name="Freeform 48"/>
            <p:cNvSpPr/>
            <p:nvPr/>
          </p:nvSpPr>
          <p:spPr>
            <a:xfrm>
              <a:off x="819000" y="3983040"/>
              <a:ext cx="347040" cy="2859840"/>
            </a:xfrm>
            <a:custGeom>
              <a:avLst/>
              <a:gdLst>
                <a:gd name="textAreaLeft" fmla="*/ 0 w 347040"/>
                <a:gd name="textAreaRight" fmla="*/ 347400 w 347040"/>
                <a:gd name="textAreaTop" fmla="*/ 0 h 2859840"/>
                <a:gd name="textAreaBottom" fmla="*/ 2860200 h 2859840"/>
              </a:gdLst>
              <a:ahLst/>
              <a:cxnLst/>
              <a:rect l="textAreaLeft" t="textAreaTop" r="textAreaRight" b="textAreaBottom"/>
              <a:pathLst>
                <a:path w="219" h="1802">
                  <a:moveTo>
                    <a:pt x="219" y="1802"/>
                  </a:moveTo>
                  <a:lnTo>
                    <a:pt x="201" y="1802"/>
                  </a:lnTo>
                  <a:lnTo>
                    <a:pt x="201" y="1185"/>
                  </a:lnTo>
                  <a:lnTo>
                    <a:pt x="0" y="3"/>
                  </a:lnTo>
                  <a:lnTo>
                    <a:pt x="15" y="0"/>
                  </a:lnTo>
                  <a:lnTo>
                    <a:pt x="219" y="1185"/>
                  </a:lnTo>
                  <a:lnTo>
                    <a:pt x="219" y="180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7" name="Freeform 49"/>
            <p:cNvSpPr/>
            <p:nvPr/>
          </p:nvSpPr>
          <p:spPr>
            <a:xfrm>
              <a:off x="728640" y="380700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8" name="Freeform 50"/>
            <p:cNvSpPr/>
            <p:nvPr/>
          </p:nvSpPr>
          <p:spPr>
            <a:xfrm>
              <a:off x="162396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9" name="Freeform 51"/>
            <p:cNvSpPr/>
            <p:nvPr/>
          </p:nvSpPr>
          <p:spPr>
            <a:xfrm>
              <a:off x="1405080" y="5423040"/>
              <a:ext cx="370800" cy="1424880"/>
            </a:xfrm>
            <a:custGeom>
              <a:avLst/>
              <a:gdLst>
                <a:gd name="textAreaLeft" fmla="*/ 0 w 370800"/>
                <a:gd name="textAreaRight" fmla="*/ 371160 w 370800"/>
                <a:gd name="textAreaTop" fmla="*/ 0 h 1424880"/>
                <a:gd name="textAreaBottom" fmla="*/ 1425240 h 1424880"/>
              </a:gdLst>
              <a:ahLst/>
              <a:cxnLst/>
              <a:rect l="textAreaLeft" t="textAreaTop" r="textAreaRight" b="textAreaBottom"/>
              <a:pathLst>
                <a:path w="234" h="898">
                  <a:moveTo>
                    <a:pt x="18" y="898"/>
                  </a:moveTo>
                  <a:lnTo>
                    <a:pt x="0" y="898"/>
                  </a:lnTo>
                  <a:lnTo>
                    <a:pt x="0" y="515"/>
                  </a:lnTo>
                  <a:lnTo>
                    <a:pt x="0" y="512"/>
                  </a:lnTo>
                  <a:lnTo>
                    <a:pt x="222" y="0"/>
                  </a:lnTo>
                  <a:lnTo>
                    <a:pt x="234"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0" name="Freeform 52"/>
            <p:cNvSpPr/>
            <p:nvPr/>
          </p:nvSpPr>
          <p:spPr>
            <a:xfrm>
              <a:off x="166680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1" name="Freeform 53"/>
            <p:cNvSpPr/>
            <p:nvPr/>
          </p:nvSpPr>
          <p:spPr>
            <a:xfrm>
              <a:off x="170964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2" name="Freeform 54"/>
            <p:cNvSpPr/>
            <p:nvPr/>
          </p:nvSpPr>
          <p:spPr>
            <a:xfrm>
              <a:off x="170964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3" name="Freeform 55"/>
            <p:cNvSpPr/>
            <p:nvPr/>
          </p:nvSpPr>
          <p:spPr>
            <a:xfrm>
              <a:off x="1766880" y="6330960"/>
              <a:ext cx="418320" cy="526320"/>
            </a:xfrm>
            <a:custGeom>
              <a:avLst/>
              <a:gdLst>
                <a:gd name="textAreaLeft" fmla="*/ 0 w 418320"/>
                <a:gd name="textAreaRight" fmla="*/ 418680 w 418320"/>
                <a:gd name="textAreaTop" fmla="*/ 0 h 526320"/>
                <a:gd name="textAreaBottom" fmla="*/ 526680 h 526320"/>
              </a:gdLst>
              <a:ahLst/>
              <a:cxnLst/>
              <a:rect l="textAreaLeft" t="textAreaTop" r="textAreaRight" b="textAreaBottom"/>
              <a:pathLst>
                <a:path w="264" h="332">
                  <a:moveTo>
                    <a:pt x="12" y="332"/>
                  </a:moveTo>
                  <a:lnTo>
                    <a:pt x="0" y="326"/>
                  </a:lnTo>
                  <a:lnTo>
                    <a:pt x="45" y="206"/>
                  </a:lnTo>
                  <a:lnTo>
                    <a:pt x="255" y="0"/>
                  </a:lnTo>
                  <a:lnTo>
                    <a:pt x="264" y="12"/>
                  </a:lnTo>
                  <a:lnTo>
                    <a:pt x="60" y="215"/>
                  </a:lnTo>
                  <a:lnTo>
                    <a:pt x="12"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4" name="Freeform 56"/>
            <p:cNvSpPr/>
            <p:nvPr/>
          </p:nvSpPr>
          <p:spPr>
            <a:xfrm>
              <a:off x="214776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5" name="Freeform 57"/>
            <p:cNvSpPr/>
            <p:nvPr/>
          </p:nvSpPr>
          <p:spPr>
            <a:xfrm>
              <a:off x="504720" y="9360"/>
              <a:ext cx="232560" cy="5103000"/>
            </a:xfrm>
            <a:custGeom>
              <a:avLst/>
              <a:gdLst>
                <a:gd name="textAreaLeft" fmla="*/ 0 w 232560"/>
                <a:gd name="textAreaRight" fmla="*/ 232920 w 232560"/>
                <a:gd name="textAreaTop" fmla="*/ 0 h 5103000"/>
                <a:gd name="textAreaBottom" fmla="*/ 5103360 h 5103000"/>
              </a:gdLst>
              <a:ahLst/>
              <a:cxnLst/>
              <a:rect l="textAreaLeft" t="textAreaTop" r="textAreaRight" b="textAreaBottom"/>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6" name="Freeform 58"/>
            <p:cNvSpPr/>
            <p:nvPr/>
          </p:nvSpPr>
          <p:spPr>
            <a:xfrm>
              <a:off x="633240" y="5103720"/>
              <a:ext cx="185040" cy="185040"/>
            </a:xfrm>
            <a:custGeom>
              <a:avLst/>
              <a:gdLst>
                <a:gd name="textAreaLeft" fmla="*/ 0 w 185040"/>
                <a:gd name="textAreaRight" fmla="*/ 185400 w 185040"/>
                <a:gd name="textAreaTop" fmla="*/ 0 h 185040"/>
                <a:gd name="textAreaBottom" fmla="*/ 185400 h 185040"/>
              </a:gdLst>
              <a:ahLst/>
              <a:cxnLst/>
              <a:rect l="textAreaLeft" t="textAreaTop" r="textAreaRight" b="textAreaBottom"/>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sp>
        <p:nvSpPr>
          <p:cNvPr id="97" name="PlaceHolder 1"/>
          <p:cNvSpPr>
            <a:spLocks noGrp="1"/>
          </p:cNvSpPr>
          <p:nvPr>
            <p:ph type="title"/>
          </p:nvPr>
        </p:nvSpPr>
        <p:spPr>
          <a:xfrm>
            <a:off x="1141560" y="618480"/>
            <a:ext cx="9905400" cy="1477800"/>
          </a:xfrm>
          <a:prstGeom prst="rect">
            <a:avLst/>
          </a:prstGeom>
          <a:noFill/>
          <a:ln w="0">
            <a:noFill/>
          </a:ln>
        </p:spPr>
        <p:txBody>
          <a:bodyPr lIns="0" tIns="0" rIns="0" bIns="0" anchor="ctr">
            <a:noAutofit/>
          </a:bodyPr>
          <a:lstStyle/>
          <a:p>
            <a:pPr indent="0">
              <a:buNone/>
            </a:pPr>
            <a:r>
              <a:rPr lang="en-US" sz="4400" b="0" strike="noStrike" spc="-1">
                <a:solidFill>
                  <a:srgbClr val="000000"/>
                </a:solidFill>
                <a:latin typeface="Arial"/>
              </a:rPr>
              <a:t>Click to edit the title text format</a:t>
            </a:r>
          </a:p>
        </p:txBody>
      </p:sp>
      <p:sp>
        <p:nvSpPr>
          <p:cNvPr id="9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135"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136" name="Group 7"/>
          <p:cNvGrpSpPr/>
          <p:nvPr/>
        </p:nvGrpSpPr>
        <p:grpSpPr>
          <a:xfrm>
            <a:off x="-14400" y="0"/>
            <a:ext cx="12053160" cy="6857280"/>
            <a:chOff x="-14400" y="0"/>
            <a:chExt cx="12053160" cy="6857280"/>
          </a:xfrm>
        </p:grpSpPr>
        <p:grpSp>
          <p:nvGrpSpPr>
            <p:cNvPr id="137" name="Group 8"/>
            <p:cNvGrpSpPr/>
            <p:nvPr/>
          </p:nvGrpSpPr>
          <p:grpSpPr>
            <a:xfrm>
              <a:off x="-14400" y="0"/>
              <a:ext cx="1220400" cy="6857280"/>
              <a:chOff x="-14400" y="0"/>
              <a:chExt cx="1220400" cy="6857280"/>
            </a:xfrm>
          </p:grpSpPr>
          <p:sp>
            <p:nvSpPr>
              <p:cNvPr id="138" name="Rectangle 5"/>
              <p:cNvSpPr/>
              <p:nvPr/>
            </p:nvSpPr>
            <p:spPr>
              <a:xfrm>
                <a:off x="11448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39" name="Freeform 6"/>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0" name="Freeform 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1" name="Freeform 8"/>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2" name="Freeform 9"/>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3" name="Freeform 1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4" name="Freeform 11"/>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5" name="Freeform 12"/>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6" name="Freeform 13"/>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7" name="Freeform 14"/>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8" name="Freeform 15"/>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9" name="Line 16"/>
              <p:cNvSpPr/>
              <p:nvPr/>
            </p:nvSpPr>
            <p:spPr>
              <a:xfrm>
                <a:off x="-4680" y="93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path>
                </a:pathLst>
              </a:custGeom>
              <a:noFill/>
              <a:ln w="15">
                <a:solidFill>
                  <a:srgbClr val="FFFFFF"/>
                </a:solidFill>
              </a:ln>
            </p:spPr>
            <p:style>
              <a:lnRef idx="0">
                <a:scrgbClr r="0" g="0" b="0"/>
              </a:lnRef>
              <a:fillRef idx="0">
                <a:scrgbClr r="0" g="0" b="0"/>
              </a:fillRef>
              <a:effectRef idx="0">
                <a:scrgbClr r="0" g="0" b="0"/>
              </a:effectRef>
              <a:fontRef idx="minor"/>
            </p:style>
          </p:sp>
          <p:sp>
            <p:nvSpPr>
              <p:cNvPr id="150" name="Freeform 1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1" name="Freeform 18"/>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2" name="Freeform 19"/>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3" name="Freeform 2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4" name="Rectangle 21"/>
              <p:cNvSpPr/>
              <p:nvPr/>
            </p:nvSpPr>
            <p:spPr>
              <a:xfrm>
                <a:off x="13320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5" name="Freeform 22"/>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6" name="Freeform 23"/>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7" name="Freeform 24"/>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8" name="Freeform 25"/>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9" name="Freeform 26"/>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0" name="Freeform 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1" name="Freeform 28"/>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2" name="Freeform 29"/>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3" name="Freeform 3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4" name="Freeform 31"/>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nvGrpSpPr>
            <p:cNvPr id="165" name="Group 9"/>
            <p:cNvGrpSpPr/>
            <p:nvPr/>
          </p:nvGrpSpPr>
          <p:grpSpPr>
            <a:xfrm>
              <a:off x="11364840" y="0"/>
              <a:ext cx="673920" cy="6847920"/>
              <a:chOff x="11364840" y="0"/>
              <a:chExt cx="673920" cy="6847920"/>
            </a:xfrm>
          </p:grpSpPr>
          <p:sp>
            <p:nvSpPr>
              <p:cNvPr id="166" name="Freeform 32"/>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7" name="Freeform 33"/>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8" name="Freeform 34"/>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9" name="Freeform 35"/>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0" name="Freeform 36"/>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1" name="Freeform 3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2" name="Freeform 38"/>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3" name="Freeform 39"/>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4" name="Freeform 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5" name="Rectangle 41"/>
              <p:cNvSpPr/>
              <p:nvPr/>
            </p:nvSpPr>
            <p:spPr>
              <a:xfrm>
                <a:off x="11939760" y="6595920"/>
                <a:ext cx="23040" cy="25164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sp>
        <p:nvSpPr>
          <p:cNvPr id="17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7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214"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215" name="Group 7"/>
          <p:cNvGrpSpPr/>
          <p:nvPr/>
        </p:nvGrpSpPr>
        <p:grpSpPr>
          <a:xfrm>
            <a:off x="-14400" y="0"/>
            <a:ext cx="12053160" cy="6857280"/>
            <a:chOff x="-14400" y="0"/>
            <a:chExt cx="12053160" cy="6857280"/>
          </a:xfrm>
        </p:grpSpPr>
        <p:grpSp>
          <p:nvGrpSpPr>
            <p:cNvPr id="216" name="Group 8"/>
            <p:cNvGrpSpPr/>
            <p:nvPr/>
          </p:nvGrpSpPr>
          <p:grpSpPr>
            <a:xfrm>
              <a:off x="-14400" y="0"/>
              <a:ext cx="1220400" cy="6857280"/>
              <a:chOff x="-14400" y="0"/>
              <a:chExt cx="1220400" cy="6857280"/>
            </a:xfrm>
          </p:grpSpPr>
          <p:sp>
            <p:nvSpPr>
              <p:cNvPr id="217" name="Rectangle 5"/>
              <p:cNvSpPr/>
              <p:nvPr/>
            </p:nvSpPr>
            <p:spPr>
              <a:xfrm>
                <a:off x="11448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18" name="Freeform 6"/>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19" name="Freeform 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0" name="Freeform 8"/>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1" name="Freeform 9"/>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2" name="Freeform 1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3" name="Freeform 11"/>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4" name="Freeform 12"/>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5" name="Freeform 13"/>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6" name="Freeform 14"/>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7" name="Freeform 15"/>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8" name="Line 16"/>
              <p:cNvSpPr/>
              <p:nvPr/>
            </p:nvSpPr>
            <p:spPr>
              <a:xfrm>
                <a:off x="-4680" y="93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path>
                </a:pathLst>
              </a:custGeom>
              <a:noFill/>
              <a:ln w="15">
                <a:solidFill>
                  <a:srgbClr val="FFFFFF"/>
                </a:solidFill>
              </a:ln>
            </p:spPr>
            <p:style>
              <a:lnRef idx="0">
                <a:scrgbClr r="0" g="0" b="0"/>
              </a:lnRef>
              <a:fillRef idx="0">
                <a:scrgbClr r="0" g="0" b="0"/>
              </a:fillRef>
              <a:effectRef idx="0">
                <a:scrgbClr r="0" g="0" b="0"/>
              </a:effectRef>
              <a:fontRef idx="minor"/>
            </p:style>
          </p:sp>
          <p:sp>
            <p:nvSpPr>
              <p:cNvPr id="229" name="Freeform 1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0" name="Freeform 18"/>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1" name="Freeform 19"/>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2" name="Freeform 2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3" name="Rectangle 21"/>
              <p:cNvSpPr/>
              <p:nvPr/>
            </p:nvSpPr>
            <p:spPr>
              <a:xfrm>
                <a:off x="13320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4" name="Freeform 22"/>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5" name="Freeform 23"/>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6" name="Freeform 24"/>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7" name="Freeform 25"/>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8" name="Freeform 26"/>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9" name="Freeform 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0" name="Freeform 28"/>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1" name="Freeform 29"/>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2" name="Freeform 3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3" name="Freeform 31"/>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nvGrpSpPr>
            <p:cNvPr id="244" name="Group 9"/>
            <p:cNvGrpSpPr/>
            <p:nvPr/>
          </p:nvGrpSpPr>
          <p:grpSpPr>
            <a:xfrm>
              <a:off x="11364840" y="0"/>
              <a:ext cx="673920" cy="6847920"/>
              <a:chOff x="11364840" y="0"/>
              <a:chExt cx="673920" cy="6847920"/>
            </a:xfrm>
          </p:grpSpPr>
          <p:sp>
            <p:nvSpPr>
              <p:cNvPr id="245" name="Freeform 32"/>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6" name="Freeform 33"/>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7" name="Freeform 34"/>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8" name="Freeform 35"/>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9" name="Freeform 36"/>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0" name="Freeform 3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1" name="Freeform 38"/>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2" name="Freeform 39"/>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3" name="Freeform 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4" name="Rectangle 41"/>
              <p:cNvSpPr/>
              <p:nvPr/>
            </p:nvSpPr>
            <p:spPr>
              <a:xfrm>
                <a:off x="11939760" y="6595920"/>
                <a:ext cx="23040" cy="25164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sp>
        <p:nvSpPr>
          <p:cNvPr id="2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5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s://www.kaggle.com/datasets/disisbig/hindi-wikipedia-articles-172k"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hyperlink" Target="https://www.researchgate.net/figure/The-taxonomy-of-Information-Extraction-b-Semi-Structured-Data-Semi-structure-means-that_fig1_224351589" TargetMode="External"/><Relationship Id="rId2" Type="http://schemas.openxmlformats.org/officeDocument/2006/relationships/hyperlink" Target="https://developpaper.com/in-this-paper-graph-neural-network-is-applied-to-named-entity-recognition-and-relation-extraction-of-semi-structured-documents/" TargetMode="External"/><Relationship Id="rId1" Type="http://schemas.openxmlformats.org/officeDocument/2006/relationships/slideLayout" Target="../slideLayouts/slideLayout13.xml"/><Relationship Id="rId6" Type="http://schemas.openxmlformats.org/officeDocument/2006/relationships/hyperlink" Target="https://www.researchgate.net/publication/352113408_RECON_Relation_Extraction_using_Knowledge_Graph_Context_in_a_Graph_Neural_Network" TargetMode="External"/><Relationship Id="rId5" Type="http://schemas.openxmlformats.org/officeDocument/2006/relationships/hyperlink" Target="https://youtu.be/ZKwYitIkSOE" TargetMode="External"/><Relationship Id="rId4" Type="http://schemas.openxmlformats.org/officeDocument/2006/relationships/hyperlink" Target="https://youtu.be/y7sXDpffzQQ"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itle 1"/>
          <p:cNvSpPr/>
          <p:nvPr/>
        </p:nvSpPr>
        <p:spPr>
          <a:xfrm>
            <a:off x="1342189" y="269344"/>
            <a:ext cx="8836090" cy="11474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r>
              <a:rPr lang="en-US" sz="3200" b="1" strike="noStrike" cap="all" spc="-1" dirty="0">
                <a:solidFill>
                  <a:srgbClr val="FFFFFF"/>
                </a:solidFill>
                <a:latin typeface="Times New Roman" panose="02020603050405020304" pitchFamily="18" charset="0"/>
                <a:ea typeface="DejaVu Sans"/>
                <a:cs typeface="Times New Roman" panose="02020603050405020304" pitchFamily="18" charset="0"/>
              </a:rPr>
              <a:t>RELATION EXTRACTION WITH GRAPH NEURAL NETWORKS</a:t>
            </a:r>
            <a:endParaRPr lang="en-US" sz="3200" b="0" strike="noStrike" spc="-1" dirty="0">
              <a:latin typeface="Times New Roman" panose="02020603050405020304" pitchFamily="18" charset="0"/>
              <a:cs typeface="Times New Roman" panose="02020603050405020304" pitchFamily="18" charset="0"/>
            </a:endParaRPr>
          </a:p>
        </p:txBody>
      </p:sp>
      <p:sp>
        <p:nvSpPr>
          <p:cNvPr id="295" name="TextBox 6"/>
          <p:cNvSpPr/>
          <p:nvPr/>
        </p:nvSpPr>
        <p:spPr>
          <a:xfrm>
            <a:off x="2103874" y="4998511"/>
            <a:ext cx="3501720" cy="13219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PROJECT ADVISOR:</a:t>
            </a: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BINDU K.R.</a:t>
            </a: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ASST. PROFESSOR CSE</a:t>
            </a: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AMRITA VISHWA VIDYAPEETHAM</a:t>
            </a:r>
            <a:endParaRPr lang="en-US" sz="1600" b="0" strike="noStrike" spc="-1" dirty="0">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5AEF9AF0-2D00-4E1A-209C-7980700D06EA}"/>
              </a:ext>
            </a:extLst>
          </p:cNvPr>
          <p:cNvGraphicFramePr>
            <a:graphicFrameLocks noGrp="1"/>
          </p:cNvGraphicFramePr>
          <p:nvPr>
            <p:extLst>
              <p:ext uri="{D42A27DB-BD31-4B8C-83A1-F6EECF244321}">
                <p14:modId xmlns:p14="http://schemas.microsoft.com/office/powerpoint/2010/main" val="3846447616"/>
              </p:ext>
            </p:extLst>
          </p:nvPr>
        </p:nvGraphicFramePr>
        <p:xfrm>
          <a:off x="1805931" y="1866530"/>
          <a:ext cx="7599326" cy="2682240"/>
        </p:xfrm>
        <a:graphic>
          <a:graphicData uri="http://schemas.openxmlformats.org/drawingml/2006/table">
            <a:tbl>
              <a:tblPr firstRow="1" bandRow="1">
                <a:tableStyleId>{5C22544A-7EE6-4342-B048-85BDC9FD1C3A}</a:tableStyleId>
              </a:tblPr>
              <a:tblGrid>
                <a:gridCol w="993253">
                  <a:extLst>
                    <a:ext uri="{9D8B030D-6E8A-4147-A177-3AD203B41FA5}">
                      <a16:colId xmlns:a16="http://schemas.microsoft.com/office/drawing/2014/main" val="850291487"/>
                    </a:ext>
                  </a:extLst>
                </a:gridCol>
                <a:gridCol w="2860290">
                  <a:extLst>
                    <a:ext uri="{9D8B030D-6E8A-4147-A177-3AD203B41FA5}">
                      <a16:colId xmlns:a16="http://schemas.microsoft.com/office/drawing/2014/main" val="3079257629"/>
                    </a:ext>
                  </a:extLst>
                </a:gridCol>
                <a:gridCol w="1968759">
                  <a:extLst>
                    <a:ext uri="{9D8B030D-6E8A-4147-A177-3AD203B41FA5}">
                      <a16:colId xmlns:a16="http://schemas.microsoft.com/office/drawing/2014/main" val="3171148470"/>
                    </a:ext>
                  </a:extLst>
                </a:gridCol>
                <a:gridCol w="1777024">
                  <a:extLst>
                    <a:ext uri="{9D8B030D-6E8A-4147-A177-3AD203B41FA5}">
                      <a16:colId xmlns:a16="http://schemas.microsoft.com/office/drawing/2014/main" val="1046280452"/>
                    </a:ext>
                  </a:extLst>
                </a:gridCol>
              </a:tblGrid>
              <a:tr h="18433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S.NO</a:t>
                      </a:r>
                    </a:p>
                  </a:txBody>
                  <a:tcPr>
                    <a:solidFill>
                      <a:schemeClr val="bg2">
                        <a:lumMod val="60000"/>
                        <a:lumOff val="40000"/>
                      </a:schemeClr>
                    </a:solid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REG.NO</a:t>
                      </a:r>
                    </a:p>
                  </a:txBody>
                  <a:tcPr>
                    <a:solidFill>
                      <a:schemeClr val="bg2">
                        <a:lumMod val="60000"/>
                        <a:lumOff val="40000"/>
                      </a:schemeClr>
                    </a:solid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NAME</a:t>
                      </a:r>
                    </a:p>
                  </a:txBody>
                  <a:tcPr>
                    <a:solidFill>
                      <a:schemeClr val="bg2">
                        <a:lumMod val="60000"/>
                        <a:lumOff val="40000"/>
                      </a:schemeClr>
                    </a:solid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SECTION</a:t>
                      </a:r>
                    </a:p>
                  </a:txBody>
                  <a:tcPr>
                    <a:solidFill>
                      <a:schemeClr val="bg2">
                        <a:lumMod val="60000"/>
                        <a:lumOff val="40000"/>
                      </a:schemeClr>
                    </a:solidFill>
                  </a:tcPr>
                </a:tc>
                <a:extLst>
                  <a:ext uri="{0D108BD9-81ED-4DB2-BD59-A6C34878D82A}">
                    <a16:rowId xmlns:a16="http://schemas.microsoft.com/office/drawing/2014/main" val="971822800"/>
                  </a:ext>
                </a:extLst>
              </a:tr>
              <a:tr h="251001">
                <a:tc>
                  <a:txBody>
                    <a:bodyPr/>
                    <a:lstStyle/>
                    <a:p>
                      <a:pPr algn="ctr"/>
                      <a:r>
                        <a:rPr lang="en-IN" sz="1600" dirty="0">
                          <a:latin typeface="Times New Roman" panose="02020603050405020304" pitchFamily="18" charset="0"/>
                          <a:cs typeface="Times New Roman" panose="02020603050405020304" pitchFamily="18" charset="0"/>
                        </a:rPr>
                        <a:t>1</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CB.EN.U4CSE19121 </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Kesa Varshitha</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CSE - B</a:t>
                      </a:r>
                    </a:p>
                  </a:txBody>
                  <a:tcPr>
                    <a:solidFill>
                      <a:schemeClr val="bg2">
                        <a:lumMod val="60000"/>
                        <a:lumOff val="40000"/>
                      </a:schemeClr>
                    </a:solidFill>
                  </a:tcPr>
                </a:tc>
                <a:extLst>
                  <a:ext uri="{0D108BD9-81ED-4DB2-BD59-A6C34878D82A}">
                    <a16:rowId xmlns:a16="http://schemas.microsoft.com/office/drawing/2014/main" val="3786042109"/>
                  </a:ext>
                </a:extLst>
              </a:tr>
              <a:tr h="370840">
                <a:tc>
                  <a:txBody>
                    <a:bodyPr/>
                    <a:lstStyle/>
                    <a:p>
                      <a:pPr algn="ctr"/>
                      <a:r>
                        <a:rPr lang="en-IN" sz="1600" dirty="0">
                          <a:latin typeface="Times New Roman" panose="02020603050405020304" pitchFamily="18" charset="0"/>
                          <a:cs typeface="Times New Roman" panose="02020603050405020304" pitchFamily="18" charset="0"/>
                        </a:rPr>
                        <a:t>2</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CB.EN.U4CSE19135 </a:t>
                      </a:r>
                    </a:p>
                  </a:txBody>
                  <a:tcPr>
                    <a:solidFill>
                      <a:schemeClr val="bg2">
                        <a:lumMod val="60000"/>
                        <a:lumOff val="40000"/>
                      </a:schemeClr>
                    </a:solidFill>
                  </a:tcPr>
                </a:tc>
                <a:tc>
                  <a:txBody>
                    <a:bodyPr/>
                    <a:lstStyle/>
                    <a:p>
                      <a:pPr algn="ctr"/>
                      <a:r>
                        <a:rPr lang="en-IN" sz="1600" dirty="0">
                          <a:latin typeface="Times New Roman"/>
                          <a:cs typeface="Times New Roman"/>
                        </a:rPr>
                        <a:t>N D N Jahnavi</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CSE - B</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extLst>
                  <a:ext uri="{0D108BD9-81ED-4DB2-BD59-A6C34878D82A}">
                    <a16:rowId xmlns:a16="http://schemas.microsoft.com/office/drawing/2014/main" val="507400086"/>
                  </a:ext>
                </a:extLst>
              </a:tr>
              <a:tr h="370840">
                <a:tc>
                  <a:txBody>
                    <a:bodyPr/>
                    <a:lstStyle/>
                    <a:p>
                      <a:pPr algn="ctr"/>
                      <a:r>
                        <a:rPr lang="en-IN" sz="1600" dirty="0">
                          <a:latin typeface="Times New Roman" panose="02020603050405020304" pitchFamily="18" charset="0"/>
                          <a:cs typeface="Times New Roman" panose="02020603050405020304" pitchFamily="18" charset="0"/>
                        </a:rPr>
                        <a:t>3</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CB.EN.U4CSE19139 </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R Sneha Nair</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CSE - B</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extLst>
                  <a:ext uri="{0D108BD9-81ED-4DB2-BD59-A6C34878D82A}">
                    <a16:rowId xmlns:a16="http://schemas.microsoft.com/office/drawing/2014/main" val="2983183710"/>
                  </a:ext>
                </a:extLst>
              </a:tr>
              <a:tr h="370840">
                <a:tc>
                  <a:txBody>
                    <a:bodyPr/>
                    <a:lstStyle/>
                    <a:p>
                      <a:pPr algn="ctr"/>
                      <a:r>
                        <a:rPr lang="en-IN" sz="1600" dirty="0">
                          <a:latin typeface="Times New Roman" panose="02020603050405020304" pitchFamily="18" charset="0"/>
                          <a:cs typeface="Times New Roman" panose="02020603050405020304" pitchFamily="18" charset="0"/>
                        </a:rPr>
                        <a:t>4</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CB.EN.U4CSE19148 </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Sithara J P</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CSE - B</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extLst>
                  <a:ext uri="{0D108BD9-81ED-4DB2-BD59-A6C34878D82A}">
                    <a16:rowId xmlns:a16="http://schemas.microsoft.com/office/drawing/2014/main" val="2369565176"/>
                  </a:ext>
                </a:extLst>
              </a:tr>
            </a:tbl>
          </a:graphicData>
        </a:graphic>
      </p:graphicFrame>
      <p:sp>
        <p:nvSpPr>
          <p:cNvPr id="3" name="TextBox 2">
            <a:extLst>
              <a:ext uri="{FF2B5EF4-FFF2-40B4-BE49-F238E27FC236}">
                <a16:creationId xmlns:a16="http://schemas.microsoft.com/office/drawing/2014/main" id="{00B2E475-0C3C-C1A2-4353-F98076550943}"/>
              </a:ext>
            </a:extLst>
          </p:cNvPr>
          <p:cNvSpPr txBox="1"/>
          <p:nvPr/>
        </p:nvSpPr>
        <p:spPr>
          <a:xfrm>
            <a:off x="7753739" y="4998511"/>
            <a:ext cx="1892695"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TAG – 2(AI)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TextBox 295"/>
          <p:cNvSpPr txBox="1"/>
          <p:nvPr/>
        </p:nvSpPr>
        <p:spPr>
          <a:xfrm>
            <a:off x="1594579" y="657808"/>
            <a:ext cx="9448200" cy="919065"/>
          </a:xfrm>
          <a:prstGeom prst="rect">
            <a:avLst/>
          </a:prstGeom>
          <a:noFill/>
          <a:ln w="0">
            <a:noFill/>
          </a:ln>
        </p:spPr>
        <p:txBody>
          <a:bodyPr lIns="90000" tIns="45000" rIns="90000" bIns="45000" anchor="t">
            <a:noAutofit/>
          </a:bodyPr>
          <a:lstStyle/>
          <a:p>
            <a:r>
              <a:rPr lang="en-US" sz="4000" b="0" strike="noStrike" spc="-1" dirty="0">
                <a:solidFill>
                  <a:schemeClr val="bg1"/>
                </a:solidFill>
                <a:latin typeface="Arial"/>
                <a:ea typeface="Arial"/>
              </a:rPr>
              <a:t>Screen shot of Mail approval from guide</a:t>
            </a:r>
            <a:endParaRPr lang="en-US" sz="4000" b="0" strike="noStrike" spc="-1" dirty="0">
              <a:solidFill>
                <a:schemeClr val="bg1"/>
              </a:solidFill>
              <a:latin typeface="Arial"/>
            </a:endParaRPr>
          </a:p>
        </p:txBody>
      </p:sp>
      <p:pic>
        <p:nvPicPr>
          <p:cNvPr id="2" name="Picture 2" descr="Graphical user interface, text&#10;&#10;Description automatically generated">
            <a:extLst>
              <a:ext uri="{FF2B5EF4-FFF2-40B4-BE49-F238E27FC236}">
                <a16:creationId xmlns:a16="http://schemas.microsoft.com/office/drawing/2014/main" id="{5E747347-47BB-76A1-3EF7-5A9D3A45AE12}"/>
              </a:ext>
            </a:extLst>
          </p:cNvPr>
          <p:cNvPicPr>
            <a:picLocks noChangeAspect="1"/>
          </p:cNvPicPr>
          <p:nvPr/>
        </p:nvPicPr>
        <p:blipFill>
          <a:blip r:embed="rId2"/>
          <a:stretch>
            <a:fillRect/>
          </a:stretch>
        </p:blipFill>
        <p:spPr>
          <a:xfrm>
            <a:off x="1474695" y="1480446"/>
            <a:ext cx="9242611" cy="46815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itle 1"/>
          <p:cNvSpPr/>
          <p:nvPr/>
        </p:nvSpPr>
        <p:spPr>
          <a:xfrm>
            <a:off x="1141560" y="618480"/>
            <a:ext cx="9905400" cy="1477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IN" sz="5400" b="1" strike="noStrike" cap="all" spc="-1" dirty="0">
                <a:solidFill>
                  <a:srgbClr val="E798B0"/>
                </a:solidFill>
                <a:latin typeface="Times New Roman"/>
                <a:ea typeface="DejaVu Sans"/>
              </a:rPr>
              <a:t>PROBLEM DEFINITION</a:t>
            </a:r>
            <a:endParaRPr lang="en-US" sz="5400" b="0" strike="noStrike" spc="-1" dirty="0">
              <a:latin typeface="Arial"/>
            </a:endParaRPr>
          </a:p>
        </p:txBody>
      </p:sp>
      <p:sp>
        <p:nvSpPr>
          <p:cNvPr id="298" name="Content Placeholder 2"/>
          <p:cNvSpPr/>
          <p:nvPr/>
        </p:nvSpPr>
        <p:spPr>
          <a:xfrm>
            <a:off x="1239120" y="2817720"/>
            <a:ext cx="9905400" cy="224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a:lnSpc>
                <a:spcPct val="120000"/>
              </a:lnSpc>
              <a:spcBef>
                <a:spcPts val="1001"/>
              </a:spcBef>
              <a:tabLst>
                <a:tab pos="0" algn="l"/>
              </a:tabLst>
            </a:pPr>
            <a:r>
              <a:rPr lang="en-US" sz="3200" b="0" strike="noStrike" spc="-1" dirty="0">
                <a:solidFill>
                  <a:srgbClr val="FFFFFF"/>
                </a:solidFill>
                <a:latin typeface="Times New Roman"/>
                <a:ea typeface="DejaVu Sans"/>
              </a:rPr>
              <a:t>To implement relation extraction using Graph neural networks in semi structured documents.</a:t>
            </a:r>
            <a:endParaRPr lang="en-US" sz="3200" b="0" strike="noStrike"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 name="Table 4"/>
          <p:cNvGraphicFramePr/>
          <p:nvPr/>
        </p:nvGraphicFramePr>
        <p:xfrm>
          <a:off x="603360" y="1722600"/>
          <a:ext cx="10985040" cy="4438800"/>
        </p:xfrm>
        <a:graphic>
          <a:graphicData uri="http://schemas.openxmlformats.org/drawingml/2006/table">
            <a:tbl>
              <a:tblPr/>
              <a:tblGrid>
                <a:gridCol w="717840">
                  <a:extLst>
                    <a:ext uri="{9D8B030D-6E8A-4147-A177-3AD203B41FA5}">
                      <a16:colId xmlns:a16="http://schemas.microsoft.com/office/drawing/2014/main" val="20000"/>
                    </a:ext>
                  </a:extLst>
                </a:gridCol>
                <a:gridCol w="1712520">
                  <a:extLst>
                    <a:ext uri="{9D8B030D-6E8A-4147-A177-3AD203B41FA5}">
                      <a16:colId xmlns:a16="http://schemas.microsoft.com/office/drawing/2014/main" val="20001"/>
                    </a:ext>
                  </a:extLst>
                </a:gridCol>
                <a:gridCol w="2137680">
                  <a:extLst>
                    <a:ext uri="{9D8B030D-6E8A-4147-A177-3AD203B41FA5}">
                      <a16:colId xmlns:a16="http://schemas.microsoft.com/office/drawing/2014/main" val="20002"/>
                    </a:ext>
                  </a:extLst>
                </a:gridCol>
                <a:gridCol w="2903040">
                  <a:extLst>
                    <a:ext uri="{9D8B030D-6E8A-4147-A177-3AD203B41FA5}">
                      <a16:colId xmlns:a16="http://schemas.microsoft.com/office/drawing/2014/main" val="20003"/>
                    </a:ext>
                  </a:extLst>
                </a:gridCol>
                <a:gridCol w="3513960">
                  <a:extLst>
                    <a:ext uri="{9D8B030D-6E8A-4147-A177-3AD203B41FA5}">
                      <a16:colId xmlns:a16="http://schemas.microsoft.com/office/drawing/2014/main" val="20004"/>
                    </a:ext>
                  </a:extLst>
                </a:gridCol>
              </a:tblGrid>
              <a:tr h="1082520">
                <a:tc>
                  <a:txBody>
                    <a:bodyPr/>
                    <a:lstStyle/>
                    <a:p>
                      <a:pPr algn="ctr">
                        <a:lnSpc>
                          <a:spcPct val="100000"/>
                        </a:lnSpc>
                        <a:tabLst>
                          <a:tab pos="0" algn="l"/>
                        </a:tabLst>
                      </a:pPr>
                      <a:r>
                        <a:rPr lang="en-IN" sz="1800" b="1" strike="noStrike" spc="-1">
                          <a:solidFill>
                            <a:srgbClr val="B52A54"/>
                          </a:solidFill>
                          <a:latin typeface="Times New Roman"/>
                          <a:ea typeface="DejaVu Sans"/>
                        </a:rPr>
                        <a:t>S.No</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PAPER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AUTHOR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ALGORITHM / METHOD USED</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OPEN PROBLEM</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3356280">
                <a:tc>
                  <a:txBody>
                    <a:bodyPr/>
                    <a:lstStyle/>
                    <a:p>
                      <a:pPr>
                        <a:lnSpc>
                          <a:spcPct val="100000"/>
                        </a:lnSpc>
                      </a:pPr>
                      <a:r>
                        <a:rPr lang="en-IN" sz="1800" b="0" strike="noStrike" spc="-1">
                          <a:solidFill>
                            <a:srgbClr val="000000"/>
                          </a:solidFill>
                          <a:latin typeface="Times New Roman"/>
                          <a:ea typeface="DejaVu Sans"/>
                        </a:rPr>
                        <a:t>1.</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Graph Neural Networks with Generated Parameters for Relation</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Extraction (2019)</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Hao Zhu, Yankai Lin, Zhiyuan Liu, Jie Fu, Tat-seng Chua, Maosong Sun</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1" strike="noStrike" spc="-1">
                          <a:solidFill>
                            <a:srgbClr val="000000"/>
                          </a:solidFill>
                          <a:latin typeface="Times New Roman"/>
                          <a:ea typeface="DejaVu Sans"/>
                        </a:rPr>
                        <a:t>Graph neural network with generated parameters (</a:t>
                      </a:r>
                      <a:r>
                        <a:rPr lang="en-IN" sz="1800" b="1" strike="noStrike" spc="-1">
                          <a:solidFill>
                            <a:srgbClr val="000000"/>
                          </a:solidFill>
                          <a:latin typeface="Times New Roman"/>
                          <a:ea typeface="DejaVu Sans"/>
                        </a:rPr>
                        <a:t>GPGNNs)</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The parameters in the propagation module are produced by a generator taking natural language sentences as inputs.</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The performance of relation extraction could be significantly improved by considering more multi hops in relational reasoning </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
        <p:nvSpPr>
          <p:cNvPr id="300" name="TextBox 1"/>
          <p:cNvSpPr/>
          <p:nvPr/>
        </p:nvSpPr>
        <p:spPr>
          <a:xfrm>
            <a:off x="3209040" y="406440"/>
            <a:ext cx="499464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 sz="4800" b="1" strike="noStrike" spc="-1">
                <a:solidFill>
                  <a:srgbClr val="E798B0"/>
                </a:solidFill>
                <a:latin typeface="Times New Roman"/>
                <a:ea typeface="DejaVu Sans"/>
              </a:rPr>
              <a:t>Literature Survey</a:t>
            </a:r>
            <a:endParaRPr lang="en-US" sz="4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1" name="Table 4"/>
          <p:cNvGraphicFramePr/>
          <p:nvPr>
            <p:extLst>
              <p:ext uri="{D42A27DB-BD31-4B8C-83A1-F6EECF244321}">
                <p14:modId xmlns:p14="http://schemas.microsoft.com/office/powerpoint/2010/main" val="2265557689"/>
              </p:ext>
            </p:extLst>
          </p:nvPr>
        </p:nvGraphicFramePr>
        <p:xfrm>
          <a:off x="643320" y="838080"/>
          <a:ext cx="10886400" cy="4869000"/>
        </p:xfrm>
        <a:graphic>
          <a:graphicData uri="http://schemas.openxmlformats.org/drawingml/2006/table">
            <a:tbl>
              <a:tblPr/>
              <a:tblGrid>
                <a:gridCol w="711360">
                  <a:extLst>
                    <a:ext uri="{9D8B030D-6E8A-4147-A177-3AD203B41FA5}">
                      <a16:colId xmlns:a16="http://schemas.microsoft.com/office/drawing/2014/main" val="20000"/>
                    </a:ext>
                  </a:extLst>
                </a:gridCol>
                <a:gridCol w="1697040">
                  <a:extLst>
                    <a:ext uri="{9D8B030D-6E8A-4147-A177-3AD203B41FA5}">
                      <a16:colId xmlns:a16="http://schemas.microsoft.com/office/drawing/2014/main" val="20001"/>
                    </a:ext>
                  </a:extLst>
                </a:gridCol>
                <a:gridCol w="2118600">
                  <a:extLst>
                    <a:ext uri="{9D8B030D-6E8A-4147-A177-3AD203B41FA5}">
                      <a16:colId xmlns:a16="http://schemas.microsoft.com/office/drawing/2014/main" val="20002"/>
                    </a:ext>
                  </a:extLst>
                </a:gridCol>
                <a:gridCol w="2877120">
                  <a:extLst>
                    <a:ext uri="{9D8B030D-6E8A-4147-A177-3AD203B41FA5}">
                      <a16:colId xmlns:a16="http://schemas.microsoft.com/office/drawing/2014/main" val="20003"/>
                    </a:ext>
                  </a:extLst>
                </a:gridCol>
                <a:gridCol w="3482280">
                  <a:extLst>
                    <a:ext uri="{9D8B030D-6E8A-4147-A177-3AD203B41FA5}">
                      <a16:colId xmlns:a16="http://schemas.microsoft.com/office/drawing/2014/main" val="20004"/>
                    </a:ext>
                  </a:extLst>
                </a:gridCol>
              </a:tblGrid>
              <a:tr h="851040">
                <a:tc>
                  <a:txBody>
                    <a:bodyPr/>
                    <a:lstStyle/>
                    <a:p>
                      <a:pPr algn="ctr">
                        <a:lnSpc>
                          <a:spcPct val="100000"/>
                        </a:lnSpc>
                        <a:tabLst>
                          <a:tab pos="0" algn="l"/>
                        </a:tabLst>
                      </a:pPr>
                      <a:r>
                        <a:rPr lang="en-IN" sz="1800" b="1" strike="noStrike" spc="-1" dirty="0" err="1">
                          <a:solidFill>
                            <a:srgbClr val="B52A54"/>
                          </a:solidFill>
                          <a:latin typeface="Times New Roman"/>
                          <a:ea typeface="DejaVu Sans"/>
                        </a:rPr>
                        <a:t>S.No</a:t>
                      </a:r>
                      <a:endParaRPr lang="en-US" sz="1800" b="0" strike="noStrike" spc="-1" dirty="0" err="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PAPER NAME</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AUTHOR NAME</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ALGORITHM/METHOD USED</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OPEN PROBLEM</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3954600">
                <a:tc>
                  <a:txBody>
                    <a:bodyPr/>
                    <a:lstStyle/>
                    <a:p>
                      <a:pPr>
                        <a:lnSpc>
                          <a:spcPct val="100000"/>
                        </a:lnSpc>
                      </a:pPr>
                      <a:r>
                        <a:rPr lang="en-IN" sz="1800" b="0" strike="noStrike" spc="-1">
                          <a:solidFill>
                            <a:srgbClr val="000000"/>
                          </a:solidFill>
                          <a:latin typeface="Times New Roman"/>
                          <a:ea typeface="DejaVu Sans"/>
                        </a:rPr>
                        <a:t>2.</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dirty="0">
                          <a:solidFill>
                            <a:srgbClr val="000000"/>
                          </a:solidFill>
                          <a:latin typeface="Times New Roman"/>
                          <a:ea typeface="DejaVu Sans"/>
                        </a:rPr>
                        <a:t>Graph Convolutional Networks for Named Entity Recognition</a:t>
                      </a:r>
                      <a:endParaRPr lang="en-US" sz="1800" b="0" strike="noStrike" spc="-1" dirty="0">
                        <a:latin typeface="Arial"/>
                      </a:endParaRPr>
                    </a:p>
                    <a:p>
                      <a:pPr>
                        <a:lnSpc>
                          <a:spcPct val="100000"/>
                        </a:lnSpc>
                      </a:pPr>
                      <a:r>
                        <a:rPr lang="en-US" sz="1800" b="0" strike="noStrike" spc="-1" dirty="0">
                          <a:solidFill>
                            <a:srgbClr val="000000"/>
                          </a:solidFill>
                          <a:latin typeface="Times New Roman"/>
                          <a:ea typeface="DejaVu Sans"/>
                        </a:rPr>
                        <a:t>(2017)</a:t>
                      </a:r>
                      <a:endParaRPr lang="en-US" sz="1800" b="0" strike="noStrike" spc="-1" dirty="0">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dirty="0" err="1">
                          <a:solidFill>
                            <a:srgbClr val="000000"/>
                          </a:solidFill>
                          <a:latin typeface="Times New Roman"/>
                          <a:ea typeface="DejaVu Sans"/>
                        </a:rPr>
                        <a:t>Cetoli</a:t>
                      </a:r>
                      <a:r>
                        <a:rPr lang="en-IN" sz="1800" b="0" strike="noStrike" spc="-1" dirty="0">
                          <a:solidFill>
                            <a:srgbClr val="000000"/>
                          </a:solidFill>
                          <a:latin typeface="Times New Roman"/>
                          <a:ea typeface="DejaVu Sans"/>
                        </a:rPr>
                        <a:t>, Alberto Bragaglia, Stefano </a:t>
                      </a:r>
                      <a:r>
                        <a:rPr lang="en-IN" sz="1800" b="0" strike="noStrike" spc="-1" dirty="0" err="1">
                          <a:solidFill>
                            <a:srgbClr val="000000"/>
                          </a:solidFill>
                          <a:latin typeface="Times New Roman"/>
                          <a:ea typeface="DejaVu Sans"/>
                        </a:rPr>
                        <a:t>O’Harney</a:t>
                      </a:r>
                      <a:r>
                        <a:rPr lang="en-IN" sz="1800" b="0" strike="noStrike" spc="-1" dirty="0">
                          <a:solidFill>
                            <a:srgbClr val="000000"/>
                          </a:solidFill>
                          <a:latin typeface="Times New Roman"/>
                          <a:ea typeface="DejaVu Sans"/>
                        </a:rPr>
                        <a:t>, Andrew Daniel Sloan, Marc Context Scout </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1" strike="noStrike" spc="-1" dirty="0">
                          <a:solidFill>
                            <a:srgbClr val="000000"/>
                          </a:solidFill>
                          <a:latin typeface="Times New Roman"/>
                          <a:ea typeface="DejaVu Sans"/>
                        </a:rPr>
                        <a:t>Bi - Long short-term memory (Bi-LSTM)</a:t>
                      </a:r>
                      <a:endParaRPr lang="en-US" sz="1800" b="0" strike="noStrike" spc="-1" dirty="0">
                        <a:latin typeface="Arial"/>
                      </a:endParaRPr>
                    </a:p>
                    <a:p>
                      <a:pPr>
                        <a:lnSpc>
                          <a:spcPct val="100000"/>
                        </a:lnSpc>
                      </a:pPr>
                      <a:r>
                        <a:rPr lang="en-US" sz="1800" b="0" strike="noStrike" spc="-1" dirty="0">
                          <a:solidFill>
                            <a:srgbClr val="000000"/>
                          </a:solidFill>
                          <a:latin typeface="Times New Roman"/>
                          <a:ea typeface="DejaVu Sans"/>
                        </a:rPr>
                        <a:t>It enhance the performance of the model on sequence classification problems</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dirty="0">
                          <a:solidFill>
                            <a:srgbClr val="000000"/>
                          </a:solidFill>
                          <a:latin typeface="Times New Roman"/>
                          <a:ea typeface="DejaVu Sans"/>
                        </a:rPr>
                        <a:t>Bi - Graph Convolutional Networks (Bi-GCN)</a:t>
                      </a:r>
                      <a:endParaRPr lang="en-US" sz="1800" b="0" strike="noStrike" spc="-1">
                        <a:latin typeface="Arial"/>
                      </a:endParaRPr>
                    </a:p>
                    <a:p>
                      <a:pPr>
                        <a:lnSpc>
                          <a:spcPct val="100000"/>
                        </a:lnSpc>
                      </a:pPr>
                      <a:r>
                        <a:rPr lang="en-US" sz="1800" b="0" strike="noStrike" spc="-1" dirty="0">
                          <a:solidFill>
                            <a:srgbClr val="000000"/>
                          </a:solidFill>
                          <a:latin typeface="Times New Roman"/>
                          <a:ea typeface="DejaVu Sans"/>
                        </a:rPr>
                        <a:t>It binarizes both the network parameters and input node features. </a:t>
                      </a:r>
                      <a:endParaRPr lang="en-US" sz="1800" b="0" strike="noStrike" spc="-1" dirty="0">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dirty="0">
                          <a:solidFill>
                            <a:srgbClr val="000000"/>
                          </a:solidFill>
                          <a:latin typeface="Times New Roman"/>
                          <a:ea typeface="DejaVu Sans"/>
                        </a:rPr>
                        <a:t>Gating of the components of input vectors</a:t>
                      </a:r>
                      <a:endParaRPr lang="en-US" sz="1800" b="0" strike="noStrike" spc="-1" dirty="0">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0" strike="noStrike" spc="-1" dirty="0">
                          <a:solidFill>
                            <a:srgbClr val="000000"/>
                          </a:solidFill>
                          <a:latin typeface="Times New Roman"/>
                          <a:ea typeface="DejaVu Sans"/>
                        </a:rPr>
                        <a:t>Neighbouring word prediction</a:t>
                      </a:r>
                      <a:endParaRPr lang="en-US" sz="1800" b="0" strike="noStrike" spc="-1" dirty="0">
                        <a:latin typeface="Arial"/>
                      </a:endParaRPr>
                    </a:p>
                    <a:p>
                      <a:pPr>
                        <a:lnSpc>
                          <a:spcPct val="100000"/>
                        </a:lnSpc>
                      </a:pPr>
                      <a:r>
                        <a:rPr lang="en-IN" sz="1800" b="0" strike="noStrike" spc="-1" dirty="0">
                          <a:solidFill>
                            <a:srgbClr val="000000"/>
                          </a:solidFill>
                          <a:latin typeface="Times New Roman"/>
                          <a:ea typeface="DejaVu Sans"/>
                        </a:rPr>
                        <a:t>It c</a:t>
                      </a:r>
                      <a:r>
                        <a:rPr lang="en-US" sz="1800" b="0" strike="noStrike" spc="-1" dirty="0">
                          <a:solidFill>
                            <a:srgbClr val="000000"/>
                          </a:solidFill>
                          <a:latin typeface="Times New Roman"/>
                          <a:ea typeface="DejaVu Sans"/>
                        </a:rPr>
                        <a:t>considers the last word of a particular sentence and predict the next possible word.</a:t>
                      </a:r>
                      <a:endParaRPr lang="en-US" sz="1800" b="0" strike="noStrike" spc="-1" dirty="0">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2" name="Table 4"/>
          <p:cNvGraphicFramePr/>
          <p:nvPr/>
        </p:nvGraphicFramePr>
        <p:xfrm>
          <a:off x="514800" y="563760"/>
          <a:ext cx="11168640" cy="5652000"/>
        </p:xfrm>
        <a:graphic>
          <a:graphicData uri="http://schemas.openxmlformats.org/drawingml/2006/table">
            <a:tbl>
              <a:tblPr/>
              <a:tblGrid>
                <a:gridCol w="752040">
                  <a:extLst>
                    <a:ext uri="{9D8B030D-6E8A-4147-A177-3AD203B41FA5}">
                      <a16:colId xmlns:a16="http://schemas.microsoft.com/office/drawing/2014/main" val="20000"/>
                    </a:ext>
                  </a:extLst>
                </a:gridCol>
                <a:gridCol w="2019240">
                  <a:extLst>
                    <a:ext uri="{9D8B030D-6E8A-4147-A177-3AD203B41FA5}">
                      <a16:colId xmlns:a16="http://schemas.microsoft.com/office/drawing/2014/main" val="20001"/>
                    </a:ext>
                  </a:extLst>
                </a:gridCol>
                <a:gridCol w="2042640">
                  <a:extLst>
                    <a:ext uri="{9D8B030D-6E8A-4147-A177-3AD203B41FA5}">
                      <a16:colId xmlns:a16="http://schemas.microsoft.com/office/drawing/2014/main" val="20002"/>
                    </a:ext>
                  </a:extLst>
                </a:gridCol>
                <a:gridCol w="3315960">
                  <a:extLst>
                    <a:ext uri="{9D8B030D-6E8A-4147-A177-3AD203B41FA5}">
                      <a16:colId xmlns:a16="http://schemas.microsoft.com/office/drawing/2014/main" val="20003"/>
                    </a:ext>
                  </a:extLst>
                </a:gridCol>
                <a:gridCol w="3038760">
                  <a:extLst>
                    <a:ext uri="{9D8B030D-6E8A-4147-A177-3AD203B41FA5}">
                      <a16:colId xmlns:a16="http://schemas.microsoft.com/office/drawing/2014/main" val="20004"/>
                    </a:ext>
                  </a:extLst>
                </a:gridCol>
              </a:tblGrid>
              <a:tr h="951840">
                <a:tc>
                  <a:txBody>
                    <a:bodyPr/>
                    <a:lstStyle/>
                    <a:p>
                      <a:pPr algn="ctr">
                        <a:lnSpc>
                          <a:spcPct val="100000"/>
                        </a:lnSpc>
                        <a:tabLst>
                          <a:tab pos="0" algn="l"/>
                        </a:tabLst>
                      </a:pPr>
                      <a:r>
                        <a:rPr lang="en-IN" sz="1700" b="1" strike="noStrike" spc="-1">
                          <a:solidFill>
                            <a:srgbClr val="B52A54"/>
                          </a:solidFill>
                          <a:latin typeface="Times New Roman"/>
                          <a:ea typeface="DejaVu Sans"/>
                        </a:rPr>
                        <a:t>S.No</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PAPER NAME</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AUTHOR NAME</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ALGORITHM/METHOD </a:t>
                      </a:r>
                      <a:endParaRPr lang="en-US" sz="1700" b="0" strike="noStrike" spc="-1">
                        <a:latin typeface="Arial"/>
                      </a:endParaRPr>
                    </a:p>
                    <a:p>
                      <a:pPr algn="ctr">
                        <a:lnSpc>
                          <a:spcPct val="100000"/>
                        </a:lnSpc>
                        <a:tabLst>
                          <a:tab pos="0" algn="l"/>
                        </a:tabLst>
                      </a:pPr>
                      <a:r>
                        <a:rPr lang="en-IN" sz="1700" b="1" strike="noStrike" spc="-1">
                          <a:solidFill>
                            <a:srgbClr val="B52A54"/>
                          </a:solidFill>
                          <a:latin typeface="Times New Roman"/>
                          <a:ea typeface="DejaVu Sans"/>
                        </a:rPr>
                        <a:t>USED</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OPEN PROBLEM</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4700160">
                <a:tc>
                  <a:txBody>
                    <a:bodyPr/>
                    <a:lstStyle/>
                    <a:p>
                      <a:pPr>
                        <a:lnSpc>
                          <a:spcPct val="100000"/>
                        </a:lnSpc>
                      </a:pPr>
                      <a:r>
                        <a:rPr lang="en-IN" sz="1700" b="0" strike="noStrike" spc="-1">
                          <a:solidFill>
                            <a:srgbClr val="000000"/>
                          </a:solidFill>
                          <a:latin typeface="Times New Roman"/>
                          <a:ea typeface="DejaVu Sans"/>
                        </a:rPr>
                        <a:t>3.</a:t>
                      </a: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700" b="0" strike="noStrike" spc="-1">
                          <a:solidFill>
                            <a:srgbClr val="000000"/>
                          </a:solidFill>
                          <a:latin typeface="Times New Roman"/>
                          <a:ea typeface="DejaVu Sans"/>
                        </a:rPr>
                        <a:t>Named Entity Recognition with Bidirectional LSTM-CNNs (2016)</a:t>
                      </a:r>
                      <a:endParaRPr lang="en-US" sz="1700" b="0" strike="noStrike" spc="-1">
                        <a:latin typeface="Arial"/>
                      </a:endParaRPr>
                    </a:p>
                    <a:p>
                      <a:pPr>
                        <a:lnSpc>
                          <a:spcPct val="100000"/>
                        </a:lnSpc>
                      </a:pP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700" b="0" strike="noStrike" spc="-1">
                          <a:solidFill>
                            <a:srgbClr val="000000"/>
                          </a:solidFill>
                          <a:latin typeface="Times New Roman"/>
                          <a:ea typeface="DejaVu Sans"/>
                        </a:rPr>
                        <a:t>Jason P.C. Chiu, </a:t>
                      </a:r>
                      <a:endParaRPr lang="en-US" sz="1700" b="0" strike="noStrike" spc="-1">
                        <a:latin typeface="Arial"/>
                      </a:endParaRPr>
                    </a:p>
                    <a:p>
                      <a:pPr>
                        <a:lnSpc>
                          <a:spcPct val="100000"/>
                        </a:lnSpc>
                      </a:pPr>
                      <a:r>
                        <a:rPr lang="en-IN" sz="1700" b="0" strike="noStrike" spc="-1">
                          <a:solidFill>
                            <a:srgbClr val="000000"/>
                          </a:solidFill>
                          <a:latin typeface="Times New Roman"/>
                          <a:ea typeface="DejaVu Sans"/>
                        </a:rPr>
                        <a:t>Eric Nichols</a:t>
                      </a: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700" b="1" strike="noStrike" spc="-1">
                          <a:solidFill>
                            <a:srgbClr val="000000"/>
                          </a:solidFill>
                          <a:latin typeface="Times New Roman"/>
                          <a:ea typeface="DejaVu Sans"/>
                        </a:rPr>
                        <a:t>Bidirectional LSTM</a:t>
                      </a:r>
                      <a:endParaRPr lang="en-US" sz="1700" b="0" strike="noStrike" spc="-1">
                        <a:latin typeface="Arial"/>
                      </a:endParaRPr>
                    </a:p>
                    <a:p>
                      <a:pPr>
                        <a:lnSpc>
                          <a:spcPct val="100000"/>
                        </a:lnSpc>
                      </a:pPr>
                      <a:endParaRPr lang="en-US" sz="1700" b="0" strike="noStrike" spc="-1">
                        <a:latin typeface="Arial"/>
                      </a:endParaRPr>
                    </a:p>
                    <a:p>
                      <a:pPr>
                        <a:lnSpc>
                          <a:spcPct val="100000"/>
                        </a:lnSpc>
                      </a:pPr>
                      <a:r>
                        <a:rPr lang="en-IN" sz="1700" b="1" strike="noStrike" spc="-1">
                          <a:solidFill>
                            <a:srgbClr val="000000"/>
                          </a:solidFill>
                          <a:latin typeface="Times New Roman"/>
                          <a:ea typeface="DejaVu Sans"/>
                        </a:rPr>
                        <a:t>Character-level CNN</a:t>
                      </a:r>
                      <a:endParaRPr lang="en-US" sz="1700" b="0" strike="noStrike" spc="-1">
                        <a:latin typeface="Arial"/>
                      </a:endParaRPr>
                    </a:p>
                    <a:p>
                      <a:pPr>
                        <a:lnSpc>
                          <a:spcPct val="100000"/>
                        </a:lnSpc>
                      </a:pPr>
                      <a:endParaRPr lang="en-US" sz="1700" b="0" strike="noStrike" spc="-1">
                        <a:latin typeface="Arial"/>
                      </a:endParaRPr>
                    </a:p>
                    <a:p>
                      <a:pPr>
                        <a:lnSpc>
                          <a:spcPct val="100000"/>
                        </a:lnSpc>
                      </a:pPr>
                      <a:r>
                        <a:rPr lang="en-IN" sz="1700" b="0" strike="noStrike" spc="-1">
                          <a:solidFill>
                            <a:srgbClr val="000000"/>
                          </a:solidFill>
                          <a:latin typeface="Times New Roman"/>
                          <a:ea typeface="DejaVu Sans"/>
                        </a:rPr>
                        <a:t>F1 Score - 91.62</a:t>
                      </a: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tabLst>
                          <a:tab pos="0" algn="l"/>
                        </a:tabLst>
                      </a:pPr>
                      <a:r>
                        <a:rPr lang="en-US" sz="1700" b="0" strike="noStrike" spc="-1">
                          <a:solidFill>
                            <a:srgbClr val="000000"/>
                          </a:solidFill>
                          <a:latin typeface="Times New Roman"/>
                          <a:ea typeface="DejaVu Sans"/>
                        </a:rPr>
                        <a:t>Extended tagset NER</a:t>
                      </a:r>
                      <a:endParaRPr lang="en-US" sz="1700" b="0" strike="noStrike" spc="-1">
                        <a:latin typeface="Arial"/>
                      </a:endParaRPr>
                    </a:p>
                    <a:p>
                      <a:pPr>
                        <a:lnSpc>
                          <a:spcPct val="100000"/>
                        </a:lnSpc>
                        <a:tabLst>
                          <a:tab pos="0" algn="l"/>
                        </a:tabLst>
                      </a:pPr>
                      <a:r>
                        <a:rPr lang="en-US" sz="1700" b="0" strike="noStrike" spc="-1">
                          <a:solidFill>
                            <a:srgbClr val="000000"/>
                          </a:solidFill>
                          <a:latin typeface="Times New Roman"/>
                          <a:ea typeface="DejaVu Sans"/>
                        </a:rPr>
                        <a:t>Named Entity Recognition (NER) tags sentences. The task is to tag each token in a given sentence with an appropriate tag.</a:t>
                      </a:r>
                      <a:endParaRPr lang="en-US" sz="1700" b="0" strike="noStrike" spc="-1">
                        <a:latin typeface="Arial"/>
                      </a:endParaRPr>
                    </a:p>
                    <a:p>
                      <a:pPr>
                        <a:lnSpc>
                          <a:spcPct val="100000"/>
                        </a:lnSpc>
                        <a:tabLst>
                          <a:tab pos="0" algn="l"/>
                        </a:tabLst>
                      </a:pPr>
                      <a:endParaRPr lang="en-US" sz="1700" b="0" strike="noStrike" spc="-1">
                        <a:latin typeface="Arial"/>
                      </a:endParaRPr>
                    </a:p>
                    <a:p>
                      <a:pPr>
                        <a:lnSpc>
                          <a:spcPct val="100000"/>
                        </a:lnSpc>
                        <a:tabLst>
                          <a:tab pos="0" algn="l"/>
                        </a:tabLst>
                      </a:pPr>
                      <a:r>
                        <a:rPr lang="en-US" sz="1700" b="0" strike="noStrike" spc="-1">
                          <a:solidFill>
                            <a:srgbClr val="000000"/>
                          </a:solidFill>
                          <a:latin typeface="Times New Roman"/>
                          <a:ea typeface="DejaVu Sans"/>
                        </a:rPr>
                        <a:t>Entity linking</a:t>
                      </a:r>
                      <a:endParaRPr lang="en-US" sz="1700" b="0" strike="noStrike" spc="-1">
                        <a:latin typeface="Arial"/>
                      </a:endParaRPr>
                    </a:p>
                    <a:p>
                      <a:pPr>
                        <a:lnSpc>
                          <a:spcPct val="100000"/>
                        </a:lnSpc>
                        <a:tabLst>
                          <a:tab pos="0" algn="l"/>
                        </a:tabLst>
                      </a:pPr>
                      <a:r>
                        <a:rPr lang="en-US" sz="1700" b="0" strike="noStrike" spc="-1">
                          <a:solidFill>
                            <a:srgbClr val="000000"/>
                          </a:solidFill>
                          <a:latin typeface="Times New Roman"/>
                          <a:ea typeface="DejaVu Sans"/>
                        </a:rPr>
                        <a:t>Entity Linking (EL) recognizes and disambiguates named entities to a knowledge base.</a:t>
                      </a:r>
                      <a:endParaRPr lang="en-US" sz="1700" b="0" strike="noStrike" spc="-1">
                        <a:latin typeface="Arial"/>
                      </a:endParaRPr>
                    </a:p>
                    <a:p>
                      <a:pP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3" name="Table 4"/>
          <p:cNvGraphicFramePr/>
          <p:nvPr/>
        </p:nvGraphicFramePr>
        <p:xfrm>
          <a:off x="256680" y="969840"/>
          <a:ext cx="11678040" cy="5454720"/>
        </p:xfrm>
        <a:graphic>
          <a:graphicData uri="http://schemas.openxmlformats.org/drawingml/2006/table">
            <a:tbl>
              <a:tblPr/>
              <a:tblGrid>
                <a:gridCol w="644040">
                  <a:extLst>
                    <a:ext uri="{9D8B030D-6E8A-4147-A177-3AD203B41FA5}">
                      <a16:colId xmlns:a16="http://schemas.microsoft.com/office/drawing/2014/main" val="20000"/>
                    </a:ext>
                  </a:extLst>
                </a:gridCol>
                <a:gridCol w="2334600">
                  <a:extLst>
                    <a:ext uri="{9D8B030D-6E8A-4147-A177-3AD203B41FA5}">
                      <a16:colId xmlns:a16="http://schemas.microsoft.com/office/drawing/2014/main" val="20001"/>
                    </a:ext>
                  </a:extLst>
                </a:gridCol>
                <a:gridCol w="2574360">
                  <a:extLst>
                    <a:ext uri="{9D8B030D-6E8A-4147-A177-3AD203B41FA5}">
                      <a16:colId xmlns:a16="http://schemas.microsoft.com/office/drawing/2014/main" val="20002"/>
                    </a:ext>
                  </a:extLst>
                </a:gridCol>
                <a:gridCol w="2913840">
                  <a:extLst>
                    <a:ext uri="{9D8B030D-6E8A-4147-A177-3AD203B41FA5}">
                      <a16:colId xmlns:a16="http://schemas.microsoft.com/office/drawing/2014/main" val="20003"/>
                    </a:ext>
                  </a:extLst>
                </a:gridCol>
                <a:gridCol w="3211200">
                  <a:extLst>
                    <a:ext uri="{9D8B030D-6E8A-4147-A177-3AD203B41FA5}">
                      <a16:colId xmlns:a16="http://schemas.microsoft.com/office/drawing/2014/main" val="20004"/>
                    </a:ext>
                  </a:extLst>
                </a:gridCol>
              </a:tblGrid>
              <a:tr h="974160">
                <a:tc>
                  <a:txBody>
                    <a:bodyPr/>
                    <a:lstStyle/>
                    <a:p>
                      <a:pPr algn="ctr">
                        <a:lnSpc>
                          <a:spcPct val="100000"/>
                        </a:lnSpc>
                        <a:tabLst>
                          <a:tab pos="0" algn="l"/>
                        </a:tabLst>
                      </a:pPr>
                      <a:r>
                        <a:rPr lang="en-IN" sz="1800" b="1" strike="noStrike" spc="-1">
                          <a:solidFill>
                            <a:srgbClr val="B52A54"/>
                          </a:solidFill>
                          <a:latin typeface="Times New Roman"/>
                          <a:ea typeface="DejaVu Sans"/>
                        </a:rPr>
                        <a:t>S.No</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PAPER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AUTHOR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ALGORITHM/METHOD USED</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OPEN PROBLEM</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4188600">
                <a:tc>
                  <a:txBody>
                    <a:bodyPr/>
                    <a:lstStyle/>
                    <a:p>
                      <a:pPr>
                        <a:lnSpc>
                          <a:spcPct val="100000"/>
                        </a:lnSpc>
                      </a:pPr>
                      <a:r>
                        <a:rPr lang="en-IN" sz="1800" b="0" strike="noStrike" spc="-1">
                          <a:solidFill>
                            <a:srgbClr val="000000"/>
                          </a:solidFill>
                          <a:latin typeface="Times New Roman"/>
                          <a:ea typeface="DejaVu Sans"/>
                        </a:rPr>
                        <a:t>4.</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Named Entity Recognition and Relation Extraction with Graph Neural Networks in Semi Structured Documents </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(2021)</a:t>
                      </a: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Manuel Carbonell, Pau Riba , Mauricio Villegas† , Alicia Fornes´, Josep Llados´ </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1" strike="noStrike" spc="-1">
                          <a:solidFill>
                            <a:srgbClr val="000000"/>
                          </a:solidFill>
                          <a:latin typeface="Times New Roman"/>
                          <a:ea typeface="DejaVu Sans"/>
                        </a:rPr>
                        <a:t>k-NN graph</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Edges between words are created using k nearest neighbors (k-NN) based on the distances of the top-left</a:t>
                      </a:r>
                      <a:br>
                        <a:rPr sz="1800"/>
                      </a:br>
                      <a:r>
                        <a:rPr lang="en-US" sz="1800" b="0" strike="noStrike" spc="-1">
                          <a:solidFill>
                            <a:srgbClr val="000000"/>
                          </a:solidFill>
                          <a:latin typeface="Times New Roman"/>
                          <a:ea typeface="DejaVu Sans"/>
                        </a:rPr>
                        <a:t>corner of the word bounding boxes.</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BERT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F1 SCORE</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ARI</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Method has been initially designed for administrative document understanding, but it shown that it can be adapted to other domains, as for example historical manuscripts. Further research tuning the method and testing on larger data sets could confirm the feasibility of the approach as a generic solution for extracting structured information from semi-structured documents.</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4" name="Table 4"/>
          <p:cNvGraphicFramePr/>
          <p:nvPr/>
        </p:nvGraphicFramePr>
        <p:xfrm>
          <a:off x="312120" y="1224720"/>
          <a:ext cx="11567160" cy="3854880"/>
        </p:xfrm>
        <a:graphic>
          <a:graphicData uri="http://schemas.openxmlformats.org/drawingml/2006/table">
            <a:tbl>
              <a:tblPr/>
              <a:tblGrid>
                <a:gridCol w="736560">
                  <a:extLst>
                    <a:ext uri="{9D8B030D-6E8A-4147-A177-3AD203B41FA5}">
                      <a16:colId xmlns:a16="http://schemas.microsoft.com/office/drawing/2014/main" val="20000"/>
                    </a:ext>
                  </a:extLst>
                </a:gridCol>
                <a:gridCol w="2091960">
                  <a:extLst>
                    <a:ext uri="{9D8B030D-6E8A-4147-A177-3AD203B41FA5}">
                      <a16:colId xmlns:a16="http://schemas.microsoft.com/office/drawing/2014/main" val="20001"/>
                    </a:ext>
                  </a:extLst>
                </a:gridCol>
                <a:gridCol w="1893240">
                  <a:extLst>
                    <a:ext uri="{9D8B030D-6E8A-4147-A177-3AD203B41FA5}">
                      <a16:colId xmlns:a16="http://schemas.microsoft.com/office/drawing/2014/main" val="20002"/>
                    </a:ext>
                  </a:extLst>
                </a:gridCol>
                <a:gridCol w="2225880">
                  <a:extLst>
                    <a:ext uri="{9D8B030D-6E8A-4147-A177-3AD203B41FA5}">
                      <a16:colId xmlns:a16="http://schemas.microsoft.com/office/drawing/2014/main" val="20003"/>
                    </a:ext>
                  </a:extLst>
                </a:gridCol>
                <a:gridCol w="4619520">
                  <a:extLst>
                    <a:ext uri="{9D8B030D-6E8A-4147-A177-3AD203B41FA5}">
                      <a16:colId xmlns:a16="http://schemas.microsoft.com/office/drawing/2014/main" val="20004"/>
                    </a:ext>
                  </a:extLst>
                </a:gridCol>
              </a:tblGrid>
              <a:tr h="615960">
                <a:tc>
                  <a:txBody>
                    <a:bodyPr/>
                    <a:lstStyle/>
                    <a:p>
                      <a:pPr algn="ctr">
                        <a:lnSpc>
                          <a:spcPct val="100000"/>
                        </a:lnSpc>
                        <a:tabLst>
                          <a:tab pos="0" algn="l"/>
                        </a:tabLst>
                      </a:pPr>
                      <a:r>
                        <a:rPr lang="en-IN" sz="1600" b="1" strike="noStrike" spc="-1">
                          <a:solidFill>
                            <a:srgbClr val="B52A54"/>
                          </a:solidFill>
                          <a:latin typeface="Times New Roman"/>
                          <a:ea typeface="DejaVu Sans"/>
                        </a:rPr>
                        <a:t>S.No</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PAPER NAME</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AUTHOR NAME</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ALGORITHM USED</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OPEN PROBLEM</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3238920">
                <a:tc>
                  <a:txBody>
                    <a:bodyPr/>
                    <a:lstStyle/>
                    <a:p>
                      <a:pPr>
                        <a:lnSpc>
                          <a:spcPct val="100000"/>
                        </a:lnSpc>
                      </a:pPr>
                      <a:r>
                        <a:rPr lang="en-IN" sz="1600" b="0" strike="noStrike" spc="-1">
                          <a:solidFill>
                            <a:srgbClr val="000000"/>
                          </a:solidFill>
                          <a:latin typeface="Times New Roman"/>
                          <a:ea typeface="DejaVu Sans"/>
                        </a:rPr>
                        <a:t>5.</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600" b="0" strike="noStrike" spc="-1">
                          <a:solidFill>
                            <a:srgbClr val="000000"/>
                          </a:solidFill>
                          <a:latin typeface="Times New Roman"/>
                          <a:ea typeface="DejaVu Sans"/>
                        </a:rPr>
                        <a:t>Context-Aware Representations</a:t>
                      </a:r>
                      <a:endParaRPr lang="en-US" sz="1600" b="0" strike="noStrike" spc="-1">
                        <a:latin typeface="Arial"/>
                      </a:endParaRPr>
                    </a:p>
                    <a:p>
                      <a:pPr>
                        <a:lnSpc>
                          <a:spcPct val="100000"/>
                        </a:lnSpc>
                      </a:pPr>
                      <a:r>
                        <a:rPr lang="en-US" sz="1600" b="0" strike="noStrike" spc="-1">
                          <a:solidFill>
                            <a:srgbClr val="000000"/>
                          </a:solidFill>
                          <a:latin typeface="Times New Roman"/>
                          <a:ea typeface="DejaVu Sans"/>
                        </a:rPr>
                        <a:t>for Knowledge Base Relation Extraction</a:t>
                      </a:r>
                      <a:endParaRPr lang="en-US" sz="1600" b="0" strike="noStrike" spc="-1">
                        <a:latin typeface="Arial"/>
                      </a:endParaRPr>
                    </a:p>
                    <a:p>
                      <a:pPr>
                        <a:lnSpc>
                          <a:spcPct val="100000"/>
                        </a:lnSpc>
                      </a:pPr>
                      <a:r>
                        <a:rPr lang="en-US" sz="1600" b="0" strike="noStrike" spc="-1">
                          <a:solidFill>
                            <a:srgbClr val="000000"/>
                          </a:solidFill>
                          <a:latin typeface="Times New Roman"/>
                          <a:ea typeface="DejaVu Sans"/>
                        </a:rPr>
                        <a:t>(2017)</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0" strike="noStrike" spc="-1">
                          <a:solidFill>
                            <a:srgbClr val="000000"/>
                          </a:solidFill>
                          <a:latin typeface="Times New Roman"/>
                          <a:ea typeface="DejaVu Sans"/>
                        </a:rPr>
                        <a:t>Daniil Sorokin and Iryna Gurevych</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1" strike="noStrike" spc="-1">
                          <a:solidFill>
                            <a:srgbClr val="000000"/>
                          </a:solidFill>
                          <a:latin typeface="Times New Roman"/>
                          <a:ea typeface="DejaVu Sans"/>
                        </a:rPr>
                        <a:t>LSTM-based encoder</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Improvements can be done in the new neural network architecture for extracting relations between</a:t>
                      </a:r>
                      <a:r>
                        <a:rPr lang="en-US" sz="1600" b="0"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an entity pair that takes into account other relations</a:t>
                      </a:r>
                      <a:r>
                        <a:rPr lang="en-US" sz="1600" b="0"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in the sentence.</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5" name="Table 4"/>
          <p:cNvGraphicFramePr/>
          <p:nvPr/>
        </p:nvGraphicFramePr>
        <p:xfrm>
          <a:off x="293040" y="328320"/>
          <a:ext cx="11567160" cy="6166800"/>
        </p:xfrm>
        <a:graphic>
          <a:graphicData uri="http://schemas.openxmlformats.org/drawingml/2006/table">
            <a:tbl>
              <a:tblPr/>
              <a:tblGrid>
                <a:gridCol w="736560">
                  <a:extLst>
                    <a:ext uri="{9D8B030D-6E8A-4147-A177-3AD203B41FA5}">
                      <a16:colId xmlns:a16="http://schemas.microsoft.com/office/drawing/2014/main" val="20000"/>
                    </a:ext>
                  </a:extLst>
                </a:gridCol>
                <a:gridCol w="1881720">
                  <a:extLst>
                    <a:ext uri="{9D8B030D-6E8A-4147-A177-3AD203B41FA5}">
                      <a16:colId xmlns:a16="http://schemas.microsoft.com/office/drawing/2014/main" val="20001"/>
                    </a:ext>
                  </a:extLst>
                </a:gridCol>
                <a:gridCol w="2094840">
                  <a:extLst>
                    <a:ext uri="{9D8B030D-6E8A-4147-A177-3AD203B41FA5}">
                      <a16:colId xmlns:a16="http://schemas.microsoft.com/office/drawing/2014/main" val="20002"/>
                    </a:ext>
                  </a:extLst>
                </a:gridCol>
                <a:gridCol w="2370240">
                  <a:extLst>
                    <a:ext uri="{9D8B030D-6E8A-4147-A177-3AD203B41FA5}">
                      <a16:colId xmlns:a16="http://schemas.microsoft.com/office/drawing/2014/main" val="20003"/>
                    </a:ext>
                  </a:extLst>
                </a:gridCol>
                <a:gridCol w="4483800">
                  <a:extLst>
                    <a:ext uri="{9D8B030D-6E8A-4147-A177-3AD203B41FA5}">
                      <a16:colId xmlns:a16="http://schemas.microsoft.com/office/drawing/2014/main" val="20004"/>
                    </a:ext>
                  </a:extLst>
                </a:gridCol>
              </a:tblGrid>
              <a:tr h="985320">
                <a:tc>
                  <a:txBody>
                    <a:bodyPr/>
                    <a:lstStyle/>
                    <a:p>
                      <a:pPr algn="ctr">
                        <a:lnSpc>
                          <a:spcPct val="100000"/>
                        </a:lnSpc>
                        <a:tabLst>
                          <a:tab pos="0" algn="l"/>
                        </a:tabLst>
                      </a:pPr>
                      <a:r>
                        <a:rPr lang="en-IN" sz="1600" b="1" strike="noStrike" spc="-1">
                          <a:solidFill>
                            <a:srgbClr val="B52A54"/>
                          </a:solidFill>
                          <a:latin typeface="Times New Roman"/>
                          <a:ea typeface="DejaVu Sans"/>
                        </a:rPr>
                        <a:t>S.No</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PAPER NAME</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AUTHOR NAME</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ALGORITHM USED</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OPEN PROBLEM</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5181480">
                <a:tc>
                  <a:txBody>
                    <a:bodyPr/>
                    <a:lstStyle/>
                    <a:p>
                      <a:pPr>
                        <a:lnSpc>
                          <a:spcPct val="100000"/>
                        </a:lnSpc>
                      </a:pPr>
                      <a:r>
                        <a:rPr lang="en-IN" sz="1600" b="0" strike="noStrike" spc="-1">
                          <a:solidFill>
                            <a:srgbClr val="000000"/>
                          </a:solidFill>
                          <a:latin typeface="Times New Roman"/>
                          <a:ea typeface="DejaVu Sans"/>
                        </a:rPr>
                        <a:t>6.</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A Comprehensive Survey on Graph Neural Networks</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tabLst>
                          <a:tab pos="0" algn="l"/>
                        </a:tabLst>
                      </a:pPr>
                      <a:r>
                        <a:rPr lang="en-IN" sz="1600" b="0" strike="noStrike" spc="-1">
                          <a:solidFill>
                            <a:srgbClr val="000000"/>
                          </a:solidFill>
                          <a:latin typeface="Times New Roman"/>
                          <a:ea typeface="DejaVu Sans"/>
                        </a:rPr>
                        <a:t>Wu, Z., Pan, S., Chen, F., Long, G., Zhang, C. and Philip, S.Y.,</a:t>
                      </a:r>
                      <a:endParaRPr lang="en-US" sz="1600" b="0" strike="noStrike" spc="-1">
                        <a:latin typeface="Arial"/>
                      </a:endParaRPr>
                    </a:p>
                    <a:p>
                      <a:pP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1" strike="noStrike" spc="-1">
                          <a:solidFill>
                            <a:srgbClr val="000000"/>
                          </a:solidFill>
                          <a:latin typeface="Times New Roman"/>
                          <a:ea typeface="DejaVu Sans"/>
                        </a:rPr>
                        <a:t>Recurrent graph neural networks</a:t>
                      </a:r>
                      <a:endParaRPr lang="en-US" sz="1600" b="0" strike="noStrike" spc="-1">
                        <a:latin typeface="Arial"/>
                      </a:endParaRPr>
                    </a:p>
                    <a:p>
                      <a:pPr>
                        <a:lnSpc>
                          <a:spcPct val="100000"/>
                        </a:lnSpc>
                      </a:pP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Convolutional graph neural networks</a:t>
                      </a:r>
                      <a:endParaRPr lang="en-US" sz="1600" b="0" strike="noStrike" spc="-1">
                        <a:latin typeface="Arial"/>
                      </a:endParaRPr>
                    </a:p>
                    <a:p>
                      <a:pPr>
                        <a:lnSpc>
                          <a:spcPct val="100000"/>
                        </a:lnSpc>
                      </a:pP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Graph autoencoders</a:t>
                      </a:r>
                      <a:endParaRPr lang="en-US" sz="1600" b="0" strike="noStrike" spc="-1">
                        <a:latin typeface="Arial"/>
                      </a:endParaRPr>
                    </a:p>
                    <a:p>
                      <a:pPr>
                        <a:lnSpc>
                          <a:spcPct val="100000"/>
                        </a:lnSpc>
                      </a:pP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Spatial-temporal graph neural networks. </a:t>
                      </a:r>
                      <a:endParaRPr lang="en-US" sz="1600" b="0" strike="noStrike" spc="-1">
                        <a:latin typeface="Arial"/>
                      </a:endParaRPr>
                    </a:p>
                    <a:p>
                      <a:pPr>
                        <a:lnSpc>
                          <a:spcPct val="100000"/>
                        </a:lnSpc>
                      </a:pP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1" strike="noStrike" spc="-1">
                          <a:solidFill>
                            <a:srgbClr val="000000"/>
                          </a:solidFill>
                          <a:latin typeface="Times New Roman"/>
                          <a:ea typeface="DejaVu Sans"/>
                        </a:rPr>
                        <a:t>Model depth</a:t>
                      </a:r>
                      <a:r>
                        <a:rPr lang="en-IN" sz="1600" b="0" strike="noStrike" spc="-1">
                          <a:solidFill>
                            <a:srgbClr val="000000"/>
                          </a:solidFill>
                          <a:latin typeface="Times New Roman"/>
                          <a:ea typeface="DejaVu Sans"/>
                        </a:rPr>
                        <a:t>: with an increase in infinite number of graphs convolutional layers, all nodes’ representations will converge to a single point. </a:t>
                      </a:r>
                      <a:endParaRPr lang="en-US" sz="1600" b="0" strike="noStrike" spc="-1">
                        <a:latin typeface="Arial"/>
                      </a:endParaRPr>
                    </a:p>
                    <a:p>
                      <a:pPr>
                        <a:lnSpc>
                          <a:spcPct val="100000"/>
                        </a:lnSpc>
                      </a:pPr>
                      <a:r>
                        <a:rPr lang="en-IN" sz="1600" b="0" strike="noStrike" spc="-1">
                          <a:solidFill>
                            <a:srgbClr val="000000"/>
                          </a:solidFill>
                          <a:latin typeface="Times New Roman"/>
                          <a:ea typeface="DejaVu Sans"/>
                        </a:rPr>
                        <a:t> </a:t>
                      </a: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Scalability trade-off</a:t>
                      </a:r>
                      <a:r>
                        <a:rPr lang="en-IN" sz="1600" b="0" strike="noStrike" spc="-1">
                          <a:solidFill>
                            <a:srgbClr val="000000"/>
                          </a:solidFill>
                          <a:latin typeface="Times New Roman"/>
                          <a:ea typeface="DejaVu Sans"/>
                        </a:rPr>
                        <a:t>: Using sampling or clustering, a model will lose part of the graph Information, therefore how to trade-off graph integrity could be a question.</a:t>
                      </a:r>
                      <a:endParaRPr lang="en-US" sz="1600" b="0" strike="noStrike" spc="-1">
                        <a:latin typeface="Arial"/>
                      </a:endParaRPr>
                    </a:p>
                    <a:p>
                      <a:pPr>
                        <a:lnSpc>
                          <a:spcPct val="100000"/>
                        </a:lnSpc>
                      </a:pPr>
                      <a:r>
                        <a:rPr lang="en-IN" sz="1600" b="0" strike="noStrike" spc="-1">
                          <a:solidFill>
                            <a:srgbClr val="000000"/>
                          </a:solidFill>
                          <a:latin typeface="Times New Roman"/>
                          <a:ea typeface="DejaVu Sans"/>
                        </a:rPr>
                        <a:t> </a:t>
                      </a: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Heterogeneity</a:t>
                      </a:r>
                      <a:r>
                        <a:rPr lang="en-IN" sz="1600" b="0" strike="noStrike" spc="-1">
                          <a:solidFill>
                            <a:srgbClr val="000000"/>
                          </a:solidFill>
                          <a:latin typeface="Times New Roman"/>
                          <a:ea typeface="DejaVu Sans"/>
                        </a:rPr>
                        <a:t>: It is difficult to directly apply current GNNs to heterogeneous graphs, containing different types of nodes and edges, or different forms of node and edge inputs. </a:t>
                      </a:r>
                      <a:endParaRPr lang="en-US" sz="1600" b="0" strike="noStrike" spc="-1">
                        <a:latin typeface="Arial"/>
                      </a:endParaRPr>
                    </a:p>
                    <a:p>
                      <a:pPr>
                        <a:lnSpc>
                          <a:spcPct val="100000"/>
                        </a:lnSpc>
                      </a:pPr>
                      <a:r>
                        <a:rPr lang="en-IN" sz="1600" b="0" strike="noStrike" spc="-1">
                          <a:solidFill>
                            <a:srgbClr val="000000"/>
                          </a:solidFill>
                          <a:latin typeface="Times New Roman"/>
                          <a:ea typeface="DejaVu Sans"/>
                        </a:rPr>
                        <a:t> </a:t>
                      </a:r>
                      <a:endParaRPr lang="en-US" sz="1600" b="0" strike="noStrike" spc="-1">
                        <a:latin typeface="Arial"/>
                      </a:endParaRPr>
                    </a:p>
                    <a:p>
                      <a:pPr>
                        <a:lnSpc>
                          <a:spcPct val="100000"/>
                        </a:lnSpc>
                        <a:tabLst>
                          <a:tab pos="0" algn="l"/>
                        </a:tabLst>
                      </a:pPr>
                      <a:r>
                        <a:rPr lang="en-IN" sz="1600" b="1" strike="noStrike" spc="-1">
                          <a:solidFill>
                            <a:srgbClr val="000000"/>
                          </a:solidFill>
                          <a:latin typeface="Times New Roman"/>
                          <a:ea typeface="DejaVu Sans"/>
                        </a:rPr>
                        <a:t>Dynamicity</a:t>
                      </a:r>
                      <a:r>
                        <a:rPr lang="en-IN" sz="1600" b="0" strike="noStrike" spc="-1">
                          <a:solidFill>
                            <a:srgbClr val="000000"/>
                          </a:solidFill>
                          <a:latin typeface="Times New Roman"/>
                          <a:ea typeface="DejaVu Sans"/>
                        </a:rPr>
                        <a:t>: New graph convolutions are needed to adapt to the dynamicity of graphs. Graphs are in nature dynamic in a way that nodes or edges may appear or disappear, and that node/edge inputs may change time by time.</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Table 4"/>
          <p:cNvGraphicFramePr/>
          <p:nvPr/>
        </p:nvGraphicFramePr>
        <p:xfrm>
          <a:off x="348480" y="407880"/>
          <a:ext cx="11529360" cy="6400800"/>
        </p:xfrm>
        <a:graphic>
          <a:graphicData uri="http://schemas.openxmlformats.org/drawingml/2006/table">
            <a:tbl>
              <a:tblPr/>
              <a:tblGrid>
                <a:gridCol w="717840">
                  <a:extLst>
                    <a:ext uri="{9D8B030D-6E8A-4147-A177-3AD203B41FA5}">
                      <a16:colId xmlns:a16="http://schemas.microsoft.com/office/drawing/2014/main" val="20000"/>
                    </a:ext>
                  </a:extLst>
                </a:gridCol>
                <a:gridCol w="2223000">
                  <a:extLst>
                    <a:ext uri="{9D8B030D-6E8A-4147-A177-3AD203B41FA5}">
                      <a16:colId xmlns:a16="http://schemas.microsoft.com/office/drawing/2014/main" val="20001"/>
                    </a:ext>
                  </a:extLst>
                </a:gridCol>
                <a:gridCol w="2462760">
                  <a:extLst>
                    <a:ext uri="{9D8B030D-6E8A-4147-A177-3AD203B41FA5}">
                      <a16:colId xmlns:a16="http://schemas.microsoft.com/office/drawing/2014/main" val="20002"/>
                    </a:ext>
                  </a:extLst>
                </a:gridCol>
                <a:gridCol w="2850120">
                  <a:extLst>
                    <a:ext uri="{9D8B030D-6E8A-4147-A177-3AD203B41FA5}">
                      <a16:colId xmlns:a16="http://schemas.microsoft.com/office/drawing/2014/main" val="20003"/>
                    </a:ext>
                  </a:extLst>
                </a:gridCol>
                <a:gridCol w="3275640">
                  <a:extLst>
                    <a:ext uri="{9D8B030D-6E8A-4147-A177-3AD203B41FA5}">
                      <a16:colId xmlns:a16="http://schemas.microsoft.com/office/drawing/2014/main" val="20004"/>
                    </a:ext>
                  </a:extLst>
                </a:gridCol>
              </a:tblGrid>
              <a:tr h="839160">
                <a:tc>
                  <a:txBody>
                    <a:bodyPr/>
                    <a:lstStyle/>
                    <a:p>
                      <a:pPr algn="ctr">
                        <a:lnSpc>
                          <a:spcPct val="100000"/>
                        </a:lnSpc>
                        <a:tabLst>
                          <a:tab pos="0" algn="l"/>
                        </a:tabLst>
                      </a:pPr>
                      <a:r>
                        <a:rPr lang="en-IN" sz="1800" b="1" strike="noStrike" spc="-1">
                          <a:solidFill>
                            <a:srgbClr val="B52A54"/>
                          </a:solidFill>
                          <a:latin typeface="Times New Roman"/>
                          <a:ea typeface="DejaVu Sans"/>
                        </a:rPr>
                        <a:t>S.No</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PAPER NAME</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AUTHOR NAME</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ALGORITHM/METHOD USED</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700" b="1" strike="noStrike" spc="-1">
                          <a:solidFill>
                            <a:srgbClr val="B52A54"/>
                          </a:solidFill>
                          <a:latin typeface="Times New Roman"/>
                          <a:ea typeface="DejaVu Sans"/>
                        </a:rPr>
                        <a:t>OPEN PROBLEM</a:t>
                      </a:r>
                      <a:endParaRPr lang="en-US" sz="1700" b="0" strike="noStrike" spc="-1">
                        <a:latin typeface="Arial"/>
                      </a:endParaRPr>
                    </a:p>
                    <a:p>
                      <a:pPr algn="ctr">
                        <a:lnSpc>
                          <a:spcPct val="100000"/>
                        </a:lnSpc>
                        <a:tabLst>
                          <a:tab pos="0" algn="l"/>
                        </a:tabLst>
                      </a:pPr>
                      <a:endParaRPr lang="en-US" sz="17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4867200">
                <a:tc>
                  <a:txBody>
                    <a:bodyPr/>
                    <a:lstStyle/>
                    <a:p>
                      <a:pPr>
                        <a:lnSpc>
                          <a:spcPct val="100000"/>
                        </a:lnSpc>
                      </a:pPr>
                      <a:r>
                        <a:rPr lang="en-IN" sz="1800" b="0" strike="noStrike" spc="-1">
                          <a:solidFill>
                            <a:srgbClr val="000000"/>
                          </a:solidFill>
                          <a:latin typeface="Times New Roman"/>
                          <a:ea typeface="DejaVu Sans"/>
                        </a:rPr>
                        <a:t>7.</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700" b="0" strike="noStrike" spc="-1">
                          <a:solidFill>
                            <a:srgbClr val="000000"/>
                          </a:solidFill>
                          <a:latin typeface="Times New Roman"/>
                          <a:ea typeface="DejaVu Sans"/>
                        </a:rPr>
                        <a:t>Generating knowledge graphs by employing Natural Language Processing and Machine Learning techniques within the scholarly domain (2020)</a:t>
                      </a: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tabLst>
                          <a:tab pos="0" algn="l"/>
                        </a:tabLst>
                      </a:pPr>
                      <a:r>
                        <a:rPr lang="en-IN" sz="1700" b="0" strike="noStrike" spc="-1">
                          <a:solidFill>
                            <a:srgbClr val="000000"/>
                          </a:solidFill>
                          <a:latin typeface="Times New Roman"/>
                          <a:ea typeface="DejaVu Sans"/>
                        </a:rPr>
                        <a:t>Danilo Dessì, Francesco Osborne, Diego Reforgiato Recupero, Davide Buscaldi, Enrico Motta </a:t>
                      </a: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700" b="1" strike="noStrike" spc="-1">
                          <a:solidFill>
                            <a:srgbClr val="000000"/>
                          </a:solidFill>
                          <a:latin typeface="Times New Roman"/>
                          <a:ea typeface="DejaVu Sans"/>
                        </a:rPr>
                        <a:t>CSO TOOL</a:t>
                      </a:r>
                      <a:endParaRPr lang="en-US" sz="1700" b="0" strike="noStrike" spc="-1">
                        <a:latin typeface="Arial"/>
                      </a:endParaRPr>
                    </a:p>
                    <a:p>
                      <a:pPr>
                        <a:lnSpc>
                          <a:spcPct val="100000"/>
                        </a:lnSpc>
                      </a:pPr>
                      <a:endParaRPr lang="en-US" sz="1700" b="0" strike="noStrike" spc="-1">
                        <a:latin typeface="Arial"/>
                      </a:endParaRPr>
                    </a:p>
                    <a:p>
                      <a:pPr>
                        <a:lnSpc>
                          <a:spcPct val="100000"/>
                        </a:lnSpc>
                      </a:pPr>
                      <a:r>
                        <a:rPr lang="en-IN" sz="1700" b="1" strike="noStrike" spc="-1">
                          <a:solidFill>
                            <a:srgbClr val="000000"/>
                          </a:solidFill>
                          <a:latin typeface="Times New Roman"/>
                          <a:ea typeface="DejaVu Sans"/>
                        </a:rPr>
                        <a:t>Word2vec algorithm</a:t>
                      </a:r>
                      <a:endParaRPr lang="en-US" sz="1700" b="0" strike="noStrike" spc="-1">
                        <a:latin typeface="Arial"/>
                      </a:endParaRPr>
                    </a:p>
                    <a:p>
                      <a:pPr>
                        <a:lnSpc>
                          <a:spcPct val="100000"/>
                        </a:lnSpc>
                      </a:pP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700" b="0" strike="noStrike" spc="-1">
                          <a:solidFill>
                            <a:srgbClr val="000000"/>
                          </a:solidFill>
                          <a:latin typeface="Times New Roman"/>
                          <a:ea typeface="DejaVu Sans"/>
                        </a:rPr>
                        <a:t>A first limitation is that the current prototype can only extract one relationship between two entities. This is not completely realistic since two entities can be linked by many kinds of relationship .</a:t>
                      </a:r>
                      <a:endParaRPr lang="en-US" sz="1700" b="0" strike="noStrike" spc="-1">
                        <a:latin typeface="Arial"/>
                      </a:endParaRPr>
                    </a:p>
                    <a:p>
                      <a:pPr>
                        <a:lnSpc>
                          <a:spcPct val="100000"/>
                        </a:lnSpc>
                      </a:pPr>
                      <a:endParaRPr lang="en-US" sz="1700" b="0" strike="noStrike" spc="-1">
                        <a:latin typeface="Arial"/>
                      </a:endParaRPr>
                    </a:p>
                    <a:p>
                      <a:pPr>
                        <a:lnSpc>
                          <a:spcPct val="100000"/>
                        </a:lnSpc>
                      </a:pPr>
                      <a:r>
                        <a:rPr lang="en-IN" sz="1700" b="0" strike="noStrike" spc="-1">
                          <a:solidFill>
                            <a:srgbClr val="000000"/>
                          </a:solidFill>
                          <a:latin typeface="Times New Roman"/>
                          <a:ea typeface="DejaVu Sans"/>
                        </a:rPr>
                        <a:t> Second limitation is knowledge graph is not created by considering cross document relations (e.g., citations) to further link  entities.</a:t>
                      </a:r>
                      <a:endParaRPr lang="en-US" sz="1700" b="0" strike="noStrike" spc="-1">
                        <a:latin typeface="Arial"/>
                      </a:endParaRPr>
                    </a:p>
                    <a:p>
                      <a:pPr>
                        <a:lnSpc>
                          <a:spcPct val="100000"/>
                        </a:lnSpc>
                      </a:pPr>
                      <a:endParaRPr lang="en-US" sz="1700" b="0" strike="noStrike" spc="-1">
                        <a:latin typeface="Arial"/>
                      </a:endParaRPr>
                    </a:p>
                    <a:p>
                      <a:pPr>
                        <a:lnSpc>
                          <a:spcPct val="100000"/>
                        </a:lnSpc>
                      </a:pPr>
                      <a:r>
                        <a:rPr lang="en-IN" sz="1700" b="0" strike="noStrike" spc="-1">
                          <a:solidFill>
                            <a:srgbClr val="000000"/>
                          </a:solidFill>
                          <a:latin typeface="Times New Roman"/>
                          <a:ea typeface="DejaVu Sans"/>
                        </a:rPr>
                        <a:t>A third limitation regards  ability to recognize synonyms that are not defined in existent knowledge bases, such as CSO.</a:t>
                      </a:r>
                      <a:endParaRPr lang="en-US" sz="1700" b="0" strike="noStrike" spc="-1">
                        <a:latin typeface="Arial"/>
                      </a:endParaRPr>
                    </a:p>
                    <a:p>
                      <a:pPr>
                        <a:lnSpc>
                          <a:spcPct val="100000"/>
                        </a:lnSpc>
                      </a:pPr>
                      <a:endParaRPr lang="en-US" sz="1700" b="0" strike="noStrike" spc="-1">
                        <a:latin typeface="Arial"/>
                      </a:endParaRPr>
                    </a:p>
                    <a:p>
                      <a:pPr>
                        <a:lnSpc>
                          <a:spcPct val="100000"/>
                        </a:lnSpc>
                      </a:pPr>
                      <a:r>
                        <a:rPr lang="en-IN" sz="1700" b="0" strike="noStrike" spc="-1">
                          <a:solidFill>
                            <a:srgbClr val="000000"/>
                          </a:solidFill>
                          <a:latin typeface="Times New Roman"/>
                          <a:ea typeface="DejaVu Sans"/>
                        </a:rPr>
                        <a:t> </a:t>
                      </a:r>
                      <a:r>
                        <a:rPr lang="en-IN" sz="1700" b="0" strike="noStrike" spc="-1">
                          <a:solidFill>
                            <a:srgbClr val="000000"/>
                          </a:solidFill>
                          <a:latin typeface="Times New Roman"/>
                          <a:ea typeface="Microsoft YaHei"/>
                        </a:rPr>
                        <a:t>A fourth limitation regards the scalability.it is very difficult to apply it on very large-scale datasets.  </a:t>
                      </a:r>
                      <a:endParaRPr lang="en-US" sz="17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 name="Table 4"/>
          <p:cNvGraphicFramePr/>
          <p:nvPr/>
        </p:nvGraphicFramePr>
        <p:xfrm>
          <a:off x="204120" y="208440"/>
          <a:ext cx="11567160" cy="6166800"/>
        </p:xfrm>
        <a:graphic>
          <a:graphicData uri="http://schemas.openxmlformats.org/drawingml/2006/table">
            <a:tbl>
              <a:tblPr/>
              <a:tblGrid>
                <a:gridCol w="736560">
                  <a:extLst>
                    <a:ext uri="{9D8B030D-6E8A-4147-A177-3AD203B41FA5}">
                      <a16:colId xmlns:a16="http://schemas.microsoft.com/office/drawing/2014/main" val="20000"/>
                    </a:ext>
                  </a:extLst>
                </a:gridCol>
                <a:gridCol w="1686600">
                  <a:extLst>
                    <a:ext uri="{9D8B030D-6E8A-4147-A177-3AD203B41FA5}">
                      <a16:colId xmlns:a16="http://schemas.microsoft.com/office/drawing/2014/main" val="20001"/>
                    </a:ext>
                  </a:extLst>
                </a:gridCol>
                <a:gridCol w="2068200">
                  <a:extLst>
                    <a:ext uri="{9D8B030D-6E8A-4147-A177-3AD203B41FA5}">
                      <a16:colId xmlns:a16="http://schemas.microsoft.com/office/drawing/2014/main" val="20002"/>
                    </a:ext>
                  </a:extLst>
                </a:gridCol>
                <a:gridCol w="3256200">
                  <a:extLst>
                    <a:ext uri="{9D8B030D-6E8A-4147-A177-3AD203B41FA5}">
                      <a16:colId xmlns:a16="http://schemas.microsoft.com/office/drawing/2014/main" val="20003"/>
                    </a:ext>
                  </a:extLst>
                </a:gridCol>
                <a:gridCol w="3819600">
                  <a:extLst>
                    <a:ext uri="{9D8B030D-6E8A-4147-A177-3AD203B41FA5}">
                      <a16:colId xmlns:a16="http://schemas.microsoft.com/office/drawing/2014/main" val="20004"/>
                    </a:ext>
                  </a:extLst>
                </a:gridCol>
              </a:tblGrid>
              <a:tr h="985320">
                <a:tc>
                  <a:txBody>
                    <a:bodyPr/>
                    <a:lstStyle/>
                    <a:p>
                      <a:pPr algn="ctr">
                        <a:lnSpc>
                          <a:spcPct val="100000"/>
                        </a:lnSpc>
                        <a:tabLst>
                          <a:tab pos="0" algn="l"/>
                        </a:tabLst>
                      </a:pPr>
                      <a:r>
                        <a:rPr lang="en-IN" sz="1600" b="1" strike="noStrike" spc="-1">
                          <a:solidFill>
                            <a:srgbClr val="B52A54"/>
                          </a:solidFill>
                          <a:latin typeface="Times New Roman"/>
                          <a:ea typeface="DejaVu Sans"/>
                        </a:rPr>
                        <a:t>S.No</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PAPER NAME</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AUTHOR NAME</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ALGORITHM USED</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600" b="1" strike="noStrike" spc="-1">
                          <a:solidFill>
                            <a:srgbClr val="B52A54"/>
                          </a:solidFill>
                          <a:latin typeface="Times New Roman"/>
                          <a:ea typeface="DejaVu Sans"/>
                        </a:rPr>
                        <a:t>OPEN PROBLEM</a:t>
                      </a:r>
                      <a:endParaRPr lang="en-US" sz="1600" b="0" strike="noStrike" spc="-1">
                        <a:latin typeface="Arial"/>
                      </a:endParaRPr>
                    </a:p>
                    <a:p>
                      <a:pPr algn="ctr">
                        <a:lnSpc>
                          <a:spcPct val="100000"/>
                        </a:lnSpc>
                        <a:tabLst>
                          <a:tab pos="0" algn="l"/>
                        </a:tabLst>
                      </a:pPr>
                      <a:endParaRPr lang="en-US" sz="16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5181480">
                <a:tc>
                  <a:txBody>
                    <a:bodyPr/>
                    <a:lstStyle/>
                    <a:p>
                      <a:pPr>
                        <a:lnSpc>
                          <a:spcPct val="100000"/>
                        </a:lnSpc>
                      </a:pPr>
                      <a:r>
                        <a:rPr lang="en-IN" sz="1600" b="0" strike="noStrike" spc="-1">
                          <a:solidFill>
                            <a:srgbClr val="000000"/>
                          </a:solidFill>
                          <a:latin typeface="Times New Roman"/>
                          <a:ea typeface="DejaVu Sans"/>
                        </a:rPr>
                        <a:t>8.</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0" strike="noStrike" spc="-1">
                          <a:solidFill>
                            <a:srgbClr val="000000"/>
                          </a:solidFill>
                          <a:latin typeface="Times New Roman"/>
                          <a:ea typeface="DejaVu Sans"/>
                        </a:rPr>
                        <a:t>Incorporating Relation Paths in Neural ReClation Extraction (2017)</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0" strike="noStrike" spc="-1">
                          <a:solidFill>
                            <a:srgbClr val="000000"/>
                          </a:solidFill>
                          <a:latin typeface="Times New Roman"/>
                          <a:ea typeface="DejaVu Sans"/>
                        </a:rPr>
                        <a:t>Wenyuan Zeng1 , Yankai Lin2 , Zhiyuan Liu2∗, Maosong Sun2</a:t>
                      </a: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1" strike="noStrike" spc="-1">
                          <a:solidFill>
                            <a:srgbClr val="000000"/>
                          </a:solidFill>
                          <a:latin typeface="Times New Roman"/>
                          <a:ea typeface="DejaVu Sans"/>
                        </a:rPr>
                        <a:t>Text Encoder </a:t>
                      </a:r>
                      <a:r>
                        <a:rPr lang="en-IN" sz="1600" b="0" strike="noStrike" spc="-1">
                          <a:solidFill>
                            <a:srgbClr val="000000"/>
                          </a:solidFill>
                          <a:latin typeface="Times New Roman"/>
                          <a:ea typeface="DejaVu Sans"/>
                        </a:rPr>
                        <a:t>- Given the sentence with two corresponding target entities, we use a CNN to embed the sentence into a semantic space, and measure the probability of each relation given this sentence. </a:t>
                      </a:r>
                      <a:endParaRPr lang="en-US" sz="1600" b="0" strike="noStrike" spc="-1">
                        <a:latin typeface="Arial"/>
                      </a:endParaRPr>
                    </a:p>
                    <a:p>
                      <a:pPr>
                        <a:lnSpc>
                          <a:spcPct val="100000"/>
                        </a:lnSpc>
                      </a:pP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Relation Path Encoder- </a:t>
                      </a:r>
                      <a:r>
                        <a:rPr lang="en-IN" sz="1600" b="0" strike="noStrike" spc="-1">
                          <a:solidFill>
                            <a:srgbClr val="000000"/>
                          </a:solidFill>
                          <a:latin typeface="Times New Roman"/>
                          <a:ea typeface="DejaVu Sans"/>
                        </a:rPr>
                        <a:t>Given a relation path between the target entities, we measure the probability of each relation r, conditioned on the relation path.</a:t>
                      </a:r>
                      <a:endParaRPr lang="en-US" sz="1600" b="0" strike="noStrike" spc="-1">
                        <a:latin typeface="Arial"/>
                      </a:endParaRPr>
                    </a:p>
                    <a:p>
                      <a:pPr>
                        <a:lnSpc>
                          <a:spcPct val="100000"/>
                        </a:lnSpc>
                      </a:pPr>
                      <a:endParaRPr lang="en-US" sz="1600" b="0" strike="noStrike" spc="-1">
                        <a:latin typeface="Arial"/>
                      </a:endParaRPr>
                    </a:p>
                    <a:p>
                      <a:pPr>
                        <a:lnSpc>
                          <a:spcPct val="100000"/>
                        </a:lnSpc>
                      </a:pPr>
                      <a:r>
                        <a:rPr lang="en-IN" sz="1600" b="1" strike="noStrike" spc="-1">
                          <a:solidFill>
                            <a:srgbClr val="000000"/>
                          </a:solidFill>
                          <a:latin typeface="Times New Roman"/>
                          <a:ea typeface="DejaVu Sans"/>
                        </a:rPr>
                        <a:t>Joint Model </a:t>
                      </a:r>
                      <a:r>
                        <a:rPr lang="en-IN" sz="1600" b="0" strike="noStrike" spc="-1">
                          <a:solidFill>
                            <a:srgbClr val="000000"/>
                          </a:solidFill>
                          <a:latin typeface="Times New Roman"/>
                          <a:ea typeface="DejaVu Sans"/>
                        </a:rPr>
                        <a:t>- We integrate the information from both direct sentences and relation paths, then predict the confidence of each relation.</a:t>
                      </a:r>
                      <a:endParaRPr lang="en-US" sz="1600" b="0" strike="noStrike" spc="-1">
                        <a:latin typeface="Arial"/>
                      </a:endParaRPr>
                    </a:p>
                    <a:p>
                      <a:pPr>
                        <a:lnSpc>
                          <a:spcPct val="100000"/>
                        </a:lnSpc>
                      </a:pP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600" b="0" strike="noStrike" spc="-1">
                          <a:solidFill>
                            <a:srgbClr val="000000"/>
                          </a:solidFill>
                          <a:latin typeface="Times New Roman"/>
                          <a:ea typeface="DejaVu Sans"/>
                        </a:rPr>
                        <a:t>In the future, we will explore the following directions:</a:t>
                      </a:r>
                      <a:endParaRPr lang="en-US" sz="1600" b="0" strike="noStrike" spc="-1">
                        <a:latin typeface="Arial"/>
                      </a:endParaRPr>
                    </a:p>
                    <a:p>
                      <a:pPr>
                        <a:lnSpc>
                          <a:spcPct val="100000"/>
                        </a:lnSpc>
                      </a:pPr>
                      <a:r>
                        <a:rPr lang="en-IN" sz="1600" b="0" strike="noStrike" spc="-1">
                          <a:solidFill>
                            <a:srgbClr val="000000"/>
                          </a:solidFill>
                          <a:latin typeface="Times New Roman"/>
                          <a:ea typeface="DejaVu Sans"/>
                        </a:rPr>
                        <a:t> (1)  explore the combination of relation paths from both plain texts and KBs for relation extraction.</a:t>
                      </a:r>
                      <a:endParaRPr lang="en-US" sz="1600" b="0" strike="noStrike" spc="-1">
                        <a:latin typeface="Arial"/>
                      </a:endParaRPr>
                    </a:p>
                    <a:p>
                      <a:pPr>
                        <a:lnSpc>
                          <a:spcPct val="100000"/>
                        </a:lnSpc>
                      </a:pPr>
                      <a:r>
                        <a:rPr lang="en-IN" sz="1600" b="0" strike="noStrike" spc="-1">
                          <a:solidFill>
                            <a:srgbClr val="000000"/>
                          </a:solidFill>
                          <a:latin typeface="Times New Roman"/>
                          <a:ea typeface="DejaVu Sans"/>
                        </a:rPr>
                        <a:t> </a:t>
                      </a:r>
                      <a:endParaRPr lang="en-US" sz="1600" b="0" strike="noStrike" spc="-1">
                        <a:latin typeface="Arial"/>
                      </a:endParaRPr>
                    </a:p>
                    <a:p>
                      <a:pPr>
                        <a:lnSpc>
                          <a:spcPct val="100000"/>
                        </a:lnSpc>
                      </a:pPr>
                      <a:r>
                        <a:rPr lang="en-IN" sz="1600" b="0" strike="noStrike" spc="-1">
                          <a:solidFill>
                            <a:srgbClr val="000000"/>
                          </a:solidFill>
                          <a:latin typeface="Times New Roman"/>
                          <a:ea typeface="DejaVu Sans"/>
                        </a:rPr>
                        <a:t>(2) and also, may take advantages of probabilistic graphical model or recurrent neural network to encode more complicated correlations between relation paths, e.g., multi-step relation paths, for relation extraction.</a:t>
                      </a:r>
                      <a:endParaRPr lang="en-US" sz="1600" b="0" strike="noStrike" spc="-1">
                        <a:latin typeface="Arial"/>
                      </a:endParaRPr>
                    </a:p>
                    <a:p>
                      <a:pPr>
                        <a:lnSpc>
                          <a:spcPct val="100000"/>
                        </a:lnSpc>
                      </a:pPr>
                      <a:endParaRPr lang="en-US" sz="16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 name="Table 4"/>
          <p:cNvGraphicFramePr/>
          <p:nvPr/>
        </p:nvGraphicFramePr>
        <p:xfrm>
          <a:off x="339480" y="429120"/>
          <a:ext cx="11512440" cy="5785920"/>
        </p:xfrm>
        <a:graphic>
          <a:graphicData uri="http://schemas.openxmlformats.org/drawingml/2006/table">
            <a:tbl>
              <a:tblPr/>
              <a:tblGrid>
                <a:gridCol w="655920">
                  <a:extLst>
                    <a:ext uri="{9D8B030D-6E8A-4147-A177-3AD203B41FA5}">
                      <a16:colId xmlns:a16="http://schemas.microsoft.com/office/drawing/2014/main" val="20000"/>
                    </a:ext>
                  </a:extLst>
                </a:gridCol>
                <a:gridCol w="1662840">
                  <a:extLst>
                    <a:ext uri="{9D8B030D-6E8A-4147-A177-3AD203B41FA5}">
                      <a16:colId xmlns:a16="http://schemas.microsoft.com/office/drawing/2014/main" val="20001"/>
                    </a:ext>
                  </a:extLst>
                </a:gridCol>
                <a:gridCol w="1814400">
                  <a:extLst>
                    <a:ext uri="{9D8B030D-6E8A-4147-A177-3AD203B41FA5}">
                      <a16:colId xmlns:a16="http://schemas.microsoft.com/office/drawing/2014/main" val="20002"/>
                    </a:ext>
                  </a:extLst>
                </a:gridCol>
                <a:gridCol w="3766680">
                  <a:extLst>
                    <a:ext uri="{9D8B030D-6E8A-4147-A177-3AD203B41FA5}">
                      <a16:colId xmlns:a16="http://schemas.microsoft.com/office/drawing/2014/main" val="20003"/>
                    </a:ext>
                  </a:extLst>
                </a:gridCol>
                <a:gridCol w="3612600">
                  <a:extLst>
                    <a:ext uri="{9D8B030D-6E8A-4147-A177-3AD203B41FA5}">
                      <a16:colId xmlns:a16="http://schemas.microsoft.com/office/drawing/2014/main" val="20004"/>
                    </a:ext>
                  </a:extLst>
                </a:gridCol>
              </a:tblGrid>
              <a:tr h="929520">
                <a:tc>
                  <a:txBody>
                    <a:bodyPr/>
                    <a:lstStyle/>
                    <a:p>
                      <a:pPr algn="ctr">
                        <a:lnSpc>
                          <a:spcPct val="100000"/>
                        </a:lnSpc>
                        <a:tabLst>
                          <a:tab pos="0" algn="l"/>
                        </a:tabLst>
                      </a:pPr>
                      <a:r>
                        <a:rPr lang="en-IN" sz="1800" b="1" strike="noStrike" spc="-1">
                          <a:solidFill>
                            <a:srgbClr val="B52A54"/>
                          </a:solidFill>
                          <a:latin typeface="Times New Roman"/>
                          <a:ea typeface="DejaVu Sans"/>
                        </a:rPr>
                        <a:t>S.No</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PAPER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AUTHOR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ALGORITHM/METHOD USED</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OPEN PROBLEM</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4856400">
                <a:tc>
                  <a:txBody>
                    <a:bodyPr/>
                    <a:lstStyle/>
                    <a:p>
                      <a:pPr>
                        <a:lnSpc>
                          <a:spcPct val="100000"/>
                        </a:lnSpc>
                      </a:pPr>
                      <a:r>
                        <a:rPr lang="en-IN" sz="1800" b="0" strike="noStrike" spc="-1">
                          <a:solidFill>
                            <a:srgbClr val="000000"/>
                          </a:solidFill>
                          <a:latin typeface="Times New Roman"/>
                          <a:ea typeface="DejaVu Sans"/>
                        </a:rPr>
                        <a:t>9.</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Named Entity Recognition as Graph Classification</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(2021)</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Ismail Harrando, Rapha¨el Tronc</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1" strike="noStrike" spc="-1">
                          <a:solidFill>
                            <a:srgbClr val="000000"/>
                          </a:solidFill>
                          <a:latin typeface="Times New Roman"/>
                          <a:ea typeface="DejaVu Sans"/>
                        </a:rPr>
                        <a:t>Binary Auto-encoder</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Node2Vec</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TransE</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GCN</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Different architectures, hyperparameters fine-tuning, adding attention, changing the classifier</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0" strike="noStrike" spc="-1">
                          <a:solidFill>
                            <a:srgbClr val="000000"/>
                          </a:solidFill>
                          <a:latin typeface="Times New Roman"/>
                          <a:ea typeface="DejaVu Sans"/>
                        </a:rPr>
                        <a:t>Word Embeddings</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It is a numeric vector input that represents a word in a lower-dimensional space.</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0" strike="noStrike" spc="-1">
                          <a:solidFill>
                            <a:srgbClr val="000000"/>
                          </a:solidFill>
                          <a:latin typeface="Times New Roman"/>
                          <a:ea typeface="DejaVu Sans"/>
                        </a:rPr>
                        <a:t>Fine-grained entity typing</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The task of assigning a fine-grained type from a hierarchy to entity mentions in the text.</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itle 1"/>
          <p:cNvSpPr/>
          <p:nvPr/>
        </p:nvSpPr>
        <p:spPr>
          <a:xfrm>
            <a:off x="951480" y="267840"/>
            <a:ext cx="9905400" cy="775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 sz="4400" b="1" strike="noStrike" cap="all" spc="-1">
                <a:solidFill>
                  <a:srgbClr val="E798B0"/>
                </a:solidFill>
                <a:latin typeface="Times New Roman"/>
                <a:ea typeface="DejaVu Sans"/>
              </a:rPr>
              <a:t>MOTIVATION</a:t>
            </a:r>
            <a:endParaRPr lang="en-US" sz="4400" b="0" strike="noStrike" spc="-1">
              <a:latin typeface="Arial"/>
            </a:endParaRPr>
          </a:p>
        </p:txBody>
      </p:sp>
      <p:sp>
        <p:nvSpPr>
          <p:cNvPr id="310" name="Content Placeholder 2"/>
          <p:cNvSpPr/>
          <p:nvPr/>
        </p:nvSpPr>
        <p:spPr>
          <a:xfrm>
            <a:off x="1038600" y="1308960"/>
            <a:ext cx="10113840" cy="510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343080" indent="-342720">
              <a:lnSpc>
                <a:spcPct val="120000"/>
              </a:lnSpc>
              <a:spcBef>
                <a:spcPts val="1001"/>
              </a:spcBef>
              <a:buClr>
                <a:srgbClr val="FFFFFF"/>
              </a:buClr>
              <a:buSzPct val="125000"/>
              <a:buFont typeface="Arial"/>
              <a:buChar char="•"/>
              <a:tabLst>
                <a:tab pos="457200" algn="l"/>
              </a:tabLst>
            </a:pPr>
            <a:r>
              <a:rPr lang="en-IN" sz="1900" b="0" strike="noStrike" spc="-1" dirty="0">
                <a:solidFill>
                  <a:srgbClr val="FFFFFF"/>
                </a:solidFill>
                <a:latin typeface="Times New Roman"/>
                <a:ea typeface="Calibri"/>
              </a:rPr>
              <a:t>There is a considerable quantity of unstructured electronic material available on the Web. </a:t>
            </a:r>
            <a:endParaRPr lang="en-US" sz="1900" b="0" strike="noStrike" spc="-1" dirty="0">
              <a:latin typeface="Arial"/>
            </a:endParaRPr>
          </a:p>
          <a:p>
            <a:pPr marL="343080" indent="-342720">
              <a:lnSpc>
                <a:spcPct val="120000"/>
              </a:lnSpc>
              <a:spcBef>
                <a:spcPts val="1001"/>
              </a:spcBef>
              <a:buClr>
                <a:srgbClr val="FFFFFF"/>
              </a:buClr>
              <a:buSzPct val="125000"/>
              <a:buFont typeface="Arial"/>
              <a:buChar char="•"/>
              <a:tabLst>
                <a:tab pos="457200" algn="l"/>
              </a:tabLst>
            </a:pPr>
            <a:r>
              <a:rPr lang="en-IN" sz="1900" b="0" strike="noStrike" spc="-1" dirty="0">
                <a:solidFill>
                  <a:srgbClr val="FFFFFF"/>
                </a:solidFill>
                <a:latin typeface="Times New Roman"/>
                <a:ea typeface="Calibri"/>
              </a:rPr>
              <a:t>A common concept is to arrange unstructured text by appending semantic information. </a:t>
            </a:r>
            <a:endParaRPr lang="en-US" sz="1900" b="0" strike="noStrike" spc="-1" dirty="0">
              <a:latin typeface="Arial"/>
            </a:endParaRPr>
          </a:p>
          <a:p>
            <a:pPr marL="343080" indent="-342720">
              <a:lnSpc>
                <a:spcPct val="120000"/>
              </a:lnSpc>
              <a:spcBef>
                <a:spcPts val="1001"/>
              </a:spcBef>
              <a:spcAft>
                <a:spcPts val="799"/>
              </a:spcAft>
              <a:buClr>
                <a:srgbClr val="FFFFFF"/>
              </a:buClr>
              <a:buSzPct val="125000"/>
              <a:buFont typeface="Arial"/>
              <a:buChar char="•"/>
              <a:tabLst>
                <a:tab pos="457200" algn="l"/>
              </a:tabLst>
            </a:pPr>
            <a:r>
              <a:rPr lang="en-US" sz="1900" b="0" strike="noStrike" spc="-1" dirty="0">
                <a:solidFill>
                  <a:srgbClr val="FFFFFF"/>
                </a:solidFill>
                <a:latin typeface="Times New Roman"/>
                <a:ea typeface="Calibri"/>
              </a:rPr>
              <a:t>Due to large data, human annotation is not practicable</a:t>
            </a:r>
            <a:r>
              <a:rPr lang="en-IN" sz="1900" b="0" strike="noStrike" spc="-1" dirty="0">
                <a:solidFill>
                  <a:srgbClr val="FFFFFF"/>
                </a:solidFill>
                <a:latin typeface="Times New Roman"/>
                <a:ea typeface="Calibri"/>
              </a:rPr>
              <a:t>.Instead, we would want a computer to automatically annotate every data with the structure we are interested in. This could be easily done using relation extraction</a:t>
            </a:r>
            <a:endParaRPr lang="en-US" sz="1900" b="0" strike="noStrike" spc="-1" dirty="0">
              <a:latin typeface="Arial"/>
            </a:endParaRPr>
          </a:p>
          <a:p>
            <a:pPr marL="343080" indent="-342720">
              <a:lnSpc>
                <a:spcPct val="120000"/>
              </a:lnSpc>
              <a:spcBef>
                <a:spcPts val="1001"/>
              </a:spcBef>
              <a:spcAft>
                <a:spcPts val="799"/>
              </a:spcAft>
              <a:buClr>
                <a:srgbClr val="FFFFFF"/>
              </a:buClr>
              <a:buSzPct val="125000"/>
              <a:buFont typeface="Arial"/>
              <a:buChar char="•"/>
              <a:tabLst>
                <a:tab pos="457200" algn="l"/>
              </a:tabLst>
            </a:pPr>
            <a:r>
              <a:rPr lang="en-IN" sz="1900" b="0" strike="noStrike" spc="-1" dirty="0">
                <a:solidFill>
                  <a:srgbClr val="FFFFFF"/>
                </a:solidFill>
                <a:latin typeface="Times New Roman"/>
                <a:ea typeface="Calibri"/>
              </a:rPr>
              <a:t>Relationship extraction is the task of extracting semantic relationships from a text.</a:t>
            </a:r>
            <a:r>
              <a:rPr lang="en-US" sz="1900" b="0" strike="noStrike" spc="-1" dirty="0">
                <a:solidFill>
                  <a:srgbClr val="FFFFFF"/>
                </a:solidFill>
                <a:latin typeface="Times New Roman"/>
                <a:ea typeface="Calibri"/>
              </a:rPr>
              <a:t>.</a:t>
            </a:r>
            <a:endParaRPr lang="en-US" sz="1900" b="0" strike="noStrike" spc="-1" dirty="0">
              <a:latin typeface="Arial"/>
            </a:endParaRPr>
          </a:p>
          <a:p>
            <a:pPr marL="343080" indent="-342720">
              <a:lnSpc>
                <a:spcPct val="120000"/>
              </a:lnSpc>
              <a:spcBef>
                <a:spcPts val="1001"/>
              </a:spcBef>
              <a:spcAft>
                <a:spcPts val="799"/>
              </a:spcAft>
              <a:buClr>
                <a:srgbClr val="FFFFFF"/>
              </a:buClr>
              <a:buSzPct val="125000"/>
              <a:buFont typeface="Arial"/>
              <a:buChar char="•"/>
              <a:tabLst>
                <a:tab pos="457200" algn="l"/>
              </a:tabLst>
            </a:pPr>
            <a:r>
              <a:rPr lang="en-US" sz="1900" b="0" strike="noStrike" spc="-1" dirty="0">
                <a:solidFill>
                  <a:srgbClr val="FFFFFF"/>
                </a:solidFill>
                <a:latin typeface="Times New Roman"/>
                <a:ea typeface="Calibri"/>
              </a:rPr>
              <a:t>Due to incorrect extraction of data, an NLP algorithm could be trained incorrectly, therefore extracting the most relevant relations in the texts is important.</a:t>
            </a:r>
            <a:endParaRPr lang="en-US" sz="1900" b="0" strike="noStrike" spc="-1" dirty="0">
              <a:latin typeface="Arial"/>
            </a:endParaRPr>
          </a:p>
          <a:p>
            <a:pPr marL="343080" indent="-342720">
              <a:lnSpc>
                <a:spcPct val="120000"/>
              </a:lnSpc>
              <a:spcBef>
                <a:spcPts val="1001"/>
              </a:spcBef>
              <a:spcAft>
                <a:spcPts val="799"/>
              </a:spcAft>
              <a:buClr>
                <a:srgbClr val="FFFFFF"/>
              </a:buClr>
              <a:buSzPct val="125000"/>
              <a:buFont typeface="Arial"/>
              <a:buChar char="•"/>
              <a:tabLst>
                <a:tab pos="457200" algn="l"/>
              </a:tabLst>
            </a:pPr>
            <a:r>
              <a:rPr lang="en-US" sz="1900" b="0" strike="noStrike" spc="-1">
                <a:solidFill>
                  <a:srgbClr val="FFFFFF"/>
                </a:solidFill>
                <a:latin typeface="Times New Roman"/>
                <a:ea typeface="Calibri"/>
              </a:rPr>
              <a:t>The majority of NLP models are done mainly on three languages. </a:t>
            </a:r>
            <a:r>
              <a:rPr lang="en-US" sz="1900" b="0" strike="noStrike" spc="-1" dirty="0">
                <a:solidFill>
                  <a:srgbClr val="FFFFFF"/>
                </a:solidFill>
                <a:latin typeface="Times New Roman"/>
                <a:ea typeface="Calibri"/>
              </a:rPr>
              <a:t>Our main goal is to use an improved version of this methodology to translate Indian languages.</a:t>
            </a:r>
            <a:endParaRPr lang="en-US" sz="1900" b="0" strike="noStrike" spc="-1"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Title 1"/>
          <p:cNvSpPr/>
          <p:nvPr/>
        </p:nvSpPr>
        <p:spPr>
          <a:xfrm>
            <a:off x="615600" y="124200"/>
            <a:ext cx="9905400" cy="99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IN" sz="5400" b="1" strike="noStrike" cap="all" spc="-1" dirty="0">
                <a:solidFill>
                  <a:srgbClr val="E798B0"/>
                </a:solidFill>
                <a:latin typeface="Tw Cen MT"/>
                <a:ea typeface="DejaVu Sans"/>
              </a:rPr>
              <a:t>ABSTRACT</a:t>
            </a:r>
            <a:endParaRPr lang="en-US" sz="5400" b="0" strike="noStrike" spc="-1" dirty="0">
              <a:latin typeface="Arial"/>
            </a:endParaRPr>
          </a:p>
        </p:txBody>
      </p:sp>
      <p:sp>
        <p:nvSpPr>
          <p:cNvPr id="312" name="Content Placeholder 2"/>
          <p:cNvSpPr/>
          <p:nvPr/>
        </p:nvSpPr>
        <p:spPr>
          <a:xfrm>
            <a:off x="731520" y="1143000"/>
            <a:ext cx="10844280" cy="5409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228600" indent="-228240">
              <a:lnSpc>
                <a:spcPct val="150000"/>
              </a:lnSpc>
              <a:buClr>
                <a:srgbClr val="FFFFFF"/>
              </a:buClr>
              <a:buSzPct val="125000"/>
              <a:buFont typeface="Arial"/>
              <a:buChar char="•"/>
            </a:pPr>
            <a:r>
              <a:rPr lang="en-IN" sz="1900" b="0" strike="noStrike" spc="-1" dirty="0">
                <a:solidFill>
                  <a:srgbClr val="FFFFFF"/>
                </a:solidFill>
                <a:latin typeface="Times New Roman"/>
                <a:ea typeface="Calibri"/>
              </a:rPr>
              <a:t>Entity-relationship extraction extracts semantic relationships from a text. These train the NLP-based AI models to understand the relationships with multiple entities in a text for the analysis of the extracted data. </a:t>
            </a:r>
            <a:endParaRPr lang="en-US" sz="1900" b="0" strike="noStrike" spc="-1" dirty="0">
              <a:latin typeface="Arial"/>
            </a:endParaRPr>
          </a:p>
          <a:p>
            <a:pPr marL="228600" indent="-228240">
              <a:lnSpc>
                <a:spcPct val="150000"/>
              </a:lnSpc>
              <a:buClr>
                <a:srgbClr val="FFFFFF"/>
              </a:buClr>
              <a:buSzPct val="125000"/>
              <a:buFont typeface="Arial"/>
              <a:buChar char="•"/>
            </a:pPr>
            <a:r>
              <a:rPr lang="en-IN" sz="1900" b="0" strike="noStrike" spc="-1" dirty="0">
                <a:solidFill>
                  <a:srgbClr val="FFFFFF"/>
                </a:solidFill>
                <a:latin typeface="Times New Roman"/>
                <a:ea typeface="Calibri"/>
              </a:rPr>
              <a:t>Since graph neural network (GNN) can well learn the relationship between data elements in the document, it is proposed to use GNN to solve the problem of entity recognition (NER) and relationship extraction in documents. </a:t>
            </a:r>
            <a:endParaRPr lang="en-US" sz="1900" b="0" strike="noStrike" spc="-1" dirty="0">
              <a:latin typeface="Arial"/>
            </a:endParaRPr>
          </a:p>
          <a:p>
            <a:pPr marL="228600" indent="-228240">
              <a:lnSpc>
                <a:spcPct val="150000"/>
              </a:lnSpc>
              <a:buClr>
                <a:srgbClr val="FFFFFF"/>
              </a:buClr>
              <a:buSzPct val="125000"/>
              <a:buFont typeface="Arial"/>
              <a:buChar char="•"/>
            </a:pPr>
            <a:r>
              <a:rPr lang="en-IN" sz="1900" b="0" strike="noStrike" spc="-1" dirty="0">
                <a:solidFill>
                  <a:srgbClr val="FFFFFF"/>
                </a:solidFill>
                <a:latin typeface="Times New Roman"/>
                <a:ea typeface="Calibri"/>
              </a:rPr>
              <a:t>The relation extraction task performs poorly on complex text. To solve this problem, we propose a novel joint model named extracting Entity-Relations via Improved Graph Attention networks, which enhances the ability of the relation extraction task. </a:t>
            </a:r>
            <a:endParaRPr lang="en-US" sz="1900" b="0" strike="noStrike" spc="-1" dirty="0">
              <a:latin typeface="Arial"/>
            </a:endParaRPr>
          </a:p>
          <a:p>
            <a:pPr marL="228600" indent="-228240">
              <a:lnSpc>
                <a:spcPct val="150000"/>
              </a:lnSpc>
              <a:buClr>
                <a:srgbClr val="FFFFFF"/>
              </a:buClr>
              <a:buSzPct val="125000"/>
              <a:buFont typeface="Arial"/>
              <a:buChar char="•"/>
            </a:pPr>
            <a:r>
              <a:rPr lang="en-IN" sz="1900" b="0" strike="noStrike" spc="-1" dirty="0">
                <a:solidFill>
                  <a:srgbClr val="FFFFFF"/>
                </a:solidFill>
                <a:latin typeface="Times New Roman"/>
                <a:ea typeface="Calibri"/>
              </a:rPr>
              <a:t>Our model would demonstrate consistent performance improvements, without requiring heavy feature engineering nor additional language-specific knowledge.</a:t>
            </a:r>
            <a:endParaRPr lang="en-US" sz="1900" b="0" strike="noStrike" spc="-1" dirty="0">
              <a:latin typeface="Arial"/>
            </a:endParaRPr>
          </a:p>
          <a:p>
            <a:pPr>
              <a:lnSpc>
                <a:spcPct val="120000"/>
              </a:lnSpc>
            </a:pPr>
            <a:endParaRPr lang="en-US" sz="1900" b="0" strike="noStrike" spc="-1" dirty="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725AE-8CB8-CAA2-2B7B-1D419E401C61}"/>
              </a:ext>
            </a:extLst>
          </p:cNvPr>
          <p:cNvSpPr>
            <a:spLocks noGrp="1"/>
          </p:cNvSpPr>
          <p:nvPr>
            <p:ph type="title"/>
          </p:nvPr>
        </p:nvSpPr>
        <p:spPr>
          <a:xfrm>
            <a:off x="609480" y="121298"/>
            <a:ext cx="10801559" cy="895740"/>
          </a:xfrm>
        </p:spPr>
        <p:txBody>
          <a:bodyPr/>
          <a:lstStyle/>
          <a:p>
            <a:pPr algn="ctr"/>
            <a:r>
              <a:rPr lang="en-IN" sz="4400" b="1" strike="noStrike" cap="all" spc="-1" dirty="0">
                <a:solidFill>
                  <a:srgbClr val="E798B0"/>
                </a:solidFill>
                <a:latin typeface="Tw Cen MT"/>
                <a:ea typeface="DejaVu Sans"/>
              </a:rPr>
              <a:t>ABSTRACT</a:t>
            </a:r>
            <a:endParaRPr lang="en-IN" dirty="0"/>
          </a:p>
        </p:txBody>
      </p:sp>
      <p:sp>
        <p:nvSpPr>
          <p:cNvPr id="3" name="Content Placeholder 2">
            <a:extLst>
              <a:ext uri="{FF2B5EF4-FFF2-40B4-BE49-F238E27FC236}">
                <a16:creationId xmlns:a16="http://schemas.microsoft.com/office/drawing/2014/main" id="{A559405E-5D87-F0E6-A4AD-25A72CCFC3E8}"/>
              </a:ext>
            </a:extLst>
          </p:cNvPr>
          <p:cNvSpPr>
            <a:spLocks noGrp="1"/>
          </p:cNvSpPr>
          <p:nvPr>
            <p:ph/>
          </p:nvPr>
        </p:nvSpPr>
        <p:spPr>
          <a:xfrm>
            <a:off x="979714" y="1138335"/>
            <a:ext cx="10534262" cy="5598367"/>
          </a:xfrm>
        </p:spPr>
        <p:txBody>
          <a:bodyPr>
            <a:normAutofit/>
          </a:bodyPr>
          <a:lstStyle/>
          <a:p>
            <a:pPr algn="l">
              <a:lnSpc>
                <a:spcPct val="150000"/>
              </a:lnSpc>
              <a:buFont typeface="Arial" panose="020B0604020202020204" pitchFamily="34" charset="0"/>
              <a:buChar char="•"/>
            </a:pPr>
            <a:r>
              <a:rPr lang="en-US" sz="1700" b="1" i="0" dirty="0">
                <a:solidFill>
                  <a:srgbClr val="D1D5DB"/>
                </a:solidFill>
                <a:effectLst/>
                <a:latin typeface="Söhne"/>
              </a:rPr>
              <a:t>Entity-Relationship Extraction:</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Extracts semantic relationships from text</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Trains NLP-based AI models for relationship understanding </a:t>
            </a:r>
            <a:r>
              <a:rPr lang="en-US" sz="1700" dirty="0">
                <a:solidFill>
                  <a:srgbClr val="D1D5DB"/>
                </a:solidFill>
                <a:latin typeface="Söhne"/>
              </a:rPr>
              <a:t>and </a:t>
            </a:r>
            <a:r>
              <a:rPr lang="en-US" sz="1700" b="0" i="0" dirty="0">
                <a:solidFill>
                  <a:srgbClr val="D1D5DB"/>
                </a:solidFill>
                <a:effectLst/>
                <a:latin typeface="Söhne"/>
              </a:rPr>
              <a:t>Enables data analysis of extracted information</a:t>
            </a:r>
          </a:p>
          <a:p>
            <a:pPr algn="l">
              <a:lnSpc>
                <a:spcPct val="150000"/>
              </a:lnSpc>
              <a:buFont typeface="Arial" panose="020B0604020202020204" pitchFamily="34" charset="0"/>
              <a:buChar char="•"/>
            </a:pPr>
            <a:r>
              <a:rPr lang="en-US" sz="1700" b="1" i="0" dirty="0">
                <a:solidFill>
                  <a:srgbClr val="D1D5DB"/>
                </a:solidFill>
                <a:effectLst/>
                <a:latin typeface="Söhne"/>
              </a:rPr>
              <a:t>Graph Neural Networks (GNN) for NER and Relation Extraction:</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GNN effectively learns relationships in documents</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Proposed for entity recognition (NER) and relation extraction</a:t>
            </a:r>
          </a:p>
          <a:p>
            <a:pPr algn="l">
              <a:lnSpc>
                <a:spcPct val="150000"/>
              </a:lnSpc>
              <a:buFont typeface="Arial" panose="020B0604020202020204" pitchFamily="34" charset="0"/>
              <a:buChar char="•"/>
            </a:pPr>
            <a:r>
              <a:rPr lang="en-US" sz="1700" b="1" i="0" dirty="0">
                <a:solidFill>
                  <a:srgbClr val="D1D5DB"/>
                </a:solidFill>
                <a:effectLst/>
                <a:latin typeface="Söhne"/>
              </a:rPr>
              <a:t>Introducing a Joint Model: "Extracting Entity-Relations via Improved Graph Attention networks":</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Addresses poor performance in relation extraction for complex text </a:t>
            </a:r>
          </a:p>
          <a:p>
            <a:pPr marL="742950" lvl="1" indent="-285750">
              <a:lnSpc>
                <a:spcPct val="150000"/>
              </a:lnSpc>
            </a:pPr>
            <a:r>
              <a:rPr lang="en-US" sz="1700" b="0" i="0" dirty="0">
                <a:solidFill>
                  <a:srgbClr val="D1D5DB"/>
                </a:solidFill>
                <a:effectLst/>
                <a:latin typeface="Söhne"/>
              </a:rPr>
              <a:t>GNNs improve entity recognition and enhances relation extraction task</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Consistent performance improvements and enables understanding of text relationships</a:t>
            </a:r>
          </a:p>
          <a:p>
            <a:pPr marL="742950" lvl="1" indent="-285750" algn="l">
              <a:lnSpc>
                <a:spcPct val="150000"/>
              </a:lnSpc>
              <a:buFont typeface="Arial" panose="020B0604020202020204" pitchFamily="34" charset="0"/>
              <a:buChar char="•"/>
            </a:pPr>
            <a:r>
              <a:rPr lang="en-US" sz="1700" b="0" i="0" dirty="0">
                <a:solidFill>
                  <a:srgbClr val="D1D5DB"/>
                </a:solidFill>
                <a:effectLst/>
                <a:latin typeface="Söhne"/>
              </a:rPr>
              <a:t>enhances performance without extensive feature engineering or language-specific knowledge</a:t>
            </a:r>
          </a:p>
          <a:p>
            <a:endParaRPr lang="en-IN" dirty="0"/>
          </a:p>
        </p:txBody>
      </p:sp>
    </p:spTree>
    <p:extLst>
      <p:ext uri="{BB962C8B-B14F-4D97-AF65-F5344CB8AC3E}">
        <p14:creationId xmlns:p14="http://schemas.microsoft.com/office/powerpoint/2010/main" val="1739729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p:nvPr/>
        </p:nvSpPr>
        <p:spPr>
          <a:xfrm>
            <a:off x="2068920" y="181440"/>
            <a:ext cx="7272360" cy="1477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90000"/>
              </a:lnSpc>
            </a:pPr>
            <a:r>
              <a:rPr lang="en-US" sz="4800" b="1" strike="noStrike" cap="all" spc="-1">
                <a:solidFill>
                  <a:srgbClr val="E798B0"/>
                </a:solidFill>
                <a:latin typeface="Times New Roman"/>
                <a:ea typeface="DejaVu Sans"/>
              </a:rPr>
              <a:t>LANGUAGE &amp; TOOLS</a:t>
            </a:r>
            <a:endParaRPr lang="en-US" sz="4800" b="0" strike="noStrike" spc="-1">
              <a:latin typeface="Arial"/>
            </a:endParaRPr>
          </a:p>
        </p:txBody>
      </p:sp>
      <p:sp>
        <p:nvSpPr>
          <p:cNvPr id="316" name="Content Placeholder 2"/>
          <p:cNvSpPr/>
          <p:nvPr/>
        </p:nvSpPr>
        <p:spPr>
          <a:xfrm>
            <a:off x="2451600" y="1642320"/>
            <a:ext cx="3434760" cy="469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5000" lnSpcReduction="10000"/>
          </a:bodyPr>
          <a:lstStyle/>
          <a:p>
            <a:pPr>
              <a:lnSpc>
                <a:spcPct val="120000"/>
              </a:lnSpc>
              <a:tabLst>
                <a:tab pos="0" algn="l"/>
              </a:tabLst>
            </a:pPr>
            <a:r>
              <a:rPr lang="en-US" sz="2400" b="1" strike="noStrike" spc="-1">
                <a:solidFill>
                  <a:srgbClr val="A6A6A6"/>
                </a:solidFill>
                <a:latin typeface="Times New Roman"/>
                <a:ea typeface="DejaVu Sans"/>
              </a:rPr>
              <a:t>Language</a:t>
            </a:r>
            <a:r>
              <a:rPr lang="en-US" sz="2400" b="1" strike="noStrike" spc="-1">
                <a:solidFill>
                  <a:srgbClr val="FF0000"/>
                </a:solidFill>
                <a:latin typeface="Times New Roman"/>
                <a:ea typeface="DejaVu Sans"/>
              </a:rPr>
              <a:t> </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Python</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HTML</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CSS</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JavaScript</a:t>
            </a:r>
            <a:endParaRPr lang="en-US" sz="2400" b="0" strike="noStrike" spc="-1">
              <a:latin typeface="Arial"/>
            </a:endParaRPr>
          </a:p>
          <a:p>
            <a:pPr>
              <a:lnSpc>
                <a:spcPct val="120000"/>
              </a:lnSpc>
              <a:tabLst>
                <a:tab pos="0" algn="l"/>
              </a:tabLst>
            </a:pPr>
            <a:endParaRPr lang="en-US" sz="2400" b="0" strike="noStrike" spc="-1">
              <a:latin typeface="Arial"/>
            </a:endParaRPr>
          </a:p>
          <a:p>
            <a:pPr>
              <a:lnSpc>
                <a:spcPct val="120000"/>
              </a:lnSpc>
              <a:tabLst>
                <a:tab pos="0" algn="l"/>
              </a:tabLst>
            </a:pPr>
            <a:r>
              <a:rPr lang="en-US" sz="2400" b="1" strike="noStrike" spc="-1">
                <a:solidFill>
                  <a:srgbClr val="A6A6A6"/>
                </a:solidFill>
                <a:latin typeface="Times New Roman"/>
                <a:ea typeface="DejaVu Sans"/>
              </a:rPr>
              <a:t>Tools</a:t>
            </a:r>
            <a:r>
              <a:rPr lang="en-US" sz="2400" b="0" strike="noStrike" spc="-1">
                <a:solidFill>
                  <a:srgbClr val="A6A6A6"/>
                </a:solidFill>
                <a:latin typeface="Times New Roman"/>
                <a:ea typeface="DejaVu Sans"/>
              </a:rPr>
              <a:t> </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Spacy</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NLTK</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TensorFlow</a:t>
            </a:r>
            <a:endParaRPr lang="en-US" sz="2400" b="0" strike="noStrike" spc="-1">
              <a:latin typeface="Arial"/>
            </a:endParaRPr>
          </a:p>
          <a:p>
            <a:pPr marL="228600" indent="-228240">
              <a:lnSpc>
                <a:spcPct val="120000"/>
              </a:lnSpc>
              <a:buClr>
                <a:srgbClr val="FFFFFF"/>
              </a:buClr>
              <a:buFont typeface="Arial"/>
              <a:buChar char="•"/>
              <a:tabLst>
                <a:tab pos="0" algn="l"/>
              </a:tabLst>
            </a:pPr>
            <a:r>
              <a:rPr lang="en-US" sz="2400" b="0" strike="noStrike" spc="-1">
                <a:solidFill>
                  <a:srgbClr val="FFFFFF"/>
                </a:solidFill>
                <a:latin typeface="Times New Roman"/>
                <a:ea typeface="DejaVu Sans"/>
              </a:rPr>
              <a:t>Pandas</a:t>
            </a:r>
            <a:endParaRPr lang="en-US" sz="2400" b="0" strike="noStrike" spc="-1">
              <a:latin typeface="Arial"/>
            </a:endParaRPr>
          </a:p>
          <a:p>
            <a:pPr>
              <a:lnSpc>
                <a:spcPct val="120000"/>
              </a:lnSpc>
              <a:spcBef>
                <a:spcPts val="1001"/>
              </a:spcBef>
              <a:tabLst>
                <a:tab pos="0" algn="l"/>
              </a:tabLst>
            </a:pPr>
            <a:endParaRPr lang="en-US" sz="24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itle 3"/>
          <p:cNvSpPr/>
          <p:nvPr/>
        </p:nvSpPr>
        <p:spPr>
          <a:xfrm>
            <a:off x="1067400" y="82800"/>
            <a:ext cx="9905400" cy="138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US" sz="5400" b="1" strike="noStrike" cap="all" spc="-1">
                <a:solidFill>
                  <a:srgbClr val="E798B0"/>
                </a:solidFill>
                <a:latin typeface="Tw Cen MT"/>
                <a:ea typeface="DejaVu Sans"/>
              </a:rPr>
              <a:t>DATASET</a:t>
            </a:r>
            <a:endParaRPr lang="en-US" sz="5400" b="0" strike="noStrike" spc="-1">
              <a:latin typeface="Arial"/>
            </a:endParaRPr>
          </a:p>
        </p:txBody>
      </p:sp>
      <p:sp>
        <p:nvSpPr>
          <p:cNvPr id="318" name="TextBox 4"/>
          <p:cNvSpPr/>
          <p:nvPr/>
        </p:nvSpPr>
        <p:spPr>
          <a:xfrm>
            <a:off x="920520" y="1866600"/>
            <a:ext cx="10919880" cy="243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2720">
              <a:lnSpc>
                <a:spcPct val="100000"/>
              </a:lnSpc>
              <a:buClr>
                <a:srgbClr val="FFFFFF"/>
              </a:buClr>
              <a:buFont typeface="Arial"/>
              <a:buChar char="•"/>
            </a:pPr>
            <a:r>
              <a:rPr lang="en-US" sz="2200" b="0" strike="noStrike" spc="-1">
                <a:solidFill>
                  <a:srgbClr val="FFFFFF"/>
                </a:solidFill>
                <a:latin typeface="Times New Roman"/>
                <a:ea typeface="DejaVu Sans"/>
              </a:rPr>
              <a:t>The dataset consists of 172k Hindi Wikipedia articles.</a:t>
            </a:r>
            <a:endParaRPr lang="en-US" sz="2200" b="0" strike="noStrike" spc="-1">
              <a:latin typeface="Arial"/>
            </a:endParaRPr>
          </a:p>
          <a:p>
            <a:pPr>
              <a:lnSpc>
                <a:spcPct val="100000"/>
              </a:lnSpc>
            </a:pPr>
            <a:endParaRPr lang="en-US" sz="2200" b="0" strike="noStrike" spc="-1">
              <a:latin typeface="Arial"/>
            </a:endParaRPr>
          </a:p>
          <a:p>
            <a:pPr marL="343080" indent="-342720">
              <a:lnSpc>
                <a:spcPct val="100000"/>
              </a:lnSpc>
              <a:buClr>
                <a:srgbClr val="FFFFFF"/>
              </a:buClr>
              <a:buFont typeface="Arial"/>
              <a:buChar char="•"/>
            </a:pPr>
            <a:r>
              <a:rPr lang="en-US" sz="2200" b="0" strike="noStrike" spc="-1">
                <a:solidFill>
                  <a:srgbClr val="FFFFFF"/>
                </a:solidFill>
                <a:latin typeface="Times New Roman"/>
                <a:ea typeface="DejaVu Sans"/>
              </a:rPr>
              <a:t>The dataset contains input files in Hindi in the txt format.</a:t>
            </a:r>
            <a:endParaRPr lang="en-US" sz="2200" b="0" strike="noStrike" spc="-1">
              <a:latin typeface="Arial"/>
            </a:endParaRPr>
          </a:p>
          <a:p>
            <a:pPr>
              <a:lnSpc>
                <a:spcPct val="100000"/>
              </a:lnSpc>
            </a:pPr>
            <a:endParaRPr lang="en-US" sz="2200" b="0" strike="noStrike" spc="-1">
              <a:latin typeface="Arial"/>
            </a:endParaRPr>
          </a:p>
          <a:p>
            <a:pPr marL="343080" indent="-342720">
              <a:lnSpc>
                <a:spcPct val="100000"/>
              </a:lnSpc>
              <a:buClr>
                <a:srgbClr val="FFFFFF"/>
              </a:buClr>
              <a:buFont typeface="Arial"/>
              <a:buChar char="•"/>
            </a:pPr>
            <a:r>
              <a:rPr lang="en-US" sz="2200" b="0" strike="noStrike" spc="-1">
                <a:solidFill>
                  <a:srgbClr val="FFFFFF"/>
                </a:solidFill>
                <a:latin typeface="Times New Roman"/>
                <a:ea typeface="DejaVu Sans"/>
              </a:rPr>
              <a:t>Link to dataset - </a:t>
            </a:r>
            <a:r>
              <a:rPr lang="en-US" sz="2200" b="0" u="sng" strike="noStrike" spc="-1">
                <a:solidFill>
                  <a:srgbClr val="22FFFF"/>
                </a:solidFill>
                <a:uFillTx/>
                <a:latin typeface="Times New Roman"/>
                <a:ea typeface="DejaVu Sans"/>
                <a:hlinkClick r:id="rId2"/>
              </a:rPr>
              <a:t>https://www.kaggle.com/datasets/disisbig/hindi-wikipedia-articles-172k</a:t>
            </a:r>
            <a:endParaRPr lang="en-US" sz="2200" b="0" strike="noStrike" spc="-1">
              <a:latin typeface="Arial"/>
            </a:endParaRPr>
          </a:p>
          <a:p>
            <a:pPr>
              <a:lnSpc>
                <a:spcPct val="100000"/>
              </a:lnSpc>
            </a:pPr>
            <a:endParaRPr lang="en-US" sz="2200" b="0" strike="noStrike" spc="-1">
              <a:latin typeface="Arial"/>
            </a:endParaRPr>
          </a:p>
          <a:p>
            <a:pPr>
              <a:lnSpc>
                <a:spcPct val="100000"/>
              </a:lnSpc>
            </a:pPr>
            <a:endParaRPr lang="en-US" sz="22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itle 1"/>
          <p:cNvSpPr/>
          <p:nvPr/>
        </p:nvSpPr>
        <p:spPr>
          <a:xfrm>
            <a:off x="257400" y="1516320"/>
            <a:ext cx="4598280" cy="1805400"/>
          </a:xfrm>
          <a:prstGeom prst="rect">
            <a:avLst/>
          </a:prstGeom>
          <a:noFill/>
          <a:ln w="0">
            <a:noFill/>
          </a:ln>
        </p:spPr>
        <p:style>
          <a:lnRef idx="0">
            <a:scrgbClr r="0" g="0" b="0"/>
          </a:lnRef>
          <a:fillRef idx="0">
            <a:scrgbClr r="0" g="0" b="0"/>
          </a:fillRef>
          <a:effectRef idx="0">
            <a:scrgbClr r="0" g="0" b="0"/>
          </a:effectRef>
          <a:fontRef idx="minor"/>
        </p:style>
      </p:sp>
      <p:pic>
        <p:nvPicPr>
          <p:cNvPr id="320" name="Picture 319"/>
          <p:cNvPicPr/>
          <p:nvPr/>
        </p:nvPicPr>
        <p:blipFill>
          <a:blip r:embed="rId2"/>
          <a:srcRect l="10097" t="7881" r="10456" b="8779"/>
          <a:stretch/>
        </p:blipFill>
        <p:spPr>
          <a:xfrm>
            <a:off x="1600200" y="1600200"/>
            <a:ext cx="9372600" cy="4686120"/>
          </a:xfrm>
          <a:prstGeom prst="rect">
            <a:avLst/>
          </a:prstGeom>
          <a:ln w="0">
            <a:noFill/>
          </a:ln>
        </p:spPr>
      </p:pic>
      <p:sp>
        <p:nvSpPr>
          <p:cNvPr id="321" name="TextBox 320"/>
          <p:cNvSpPr txBox="1"/>
          <p:nvPr/>
        </p:nvSpPr>
        <p:spPr>
          <a:xfrm>
            <a:off x="2514600" y="228600"/>
            <a:ext cx="7315200" cy="771480"/>
          </a:xfrm>
          <a:prstGeom prst="rect">
            <a:avLst/>
          </a:prstGeom>
          <a:noFill/>
          <a:ln w="0">
            <a:noFill/>
          </a:ln>
        </p:spPr>
        <p:txBody>
          <a:bodyPr lIns="90000" tIns="45000" rIns="90000" bIns="45000" anchor="t">
            <a:noAutofit/>
          </a:bodyPr>
          <a:lstStyle/>
          <a:p>
            <a:r>
              <a:rPr lang="en-US" sz="4800" b="1" strike="noStrike" spc="-1">
                <a:solidFill>
                  <a:srgbClr val="EC9BA4"/>
                </a:solidFill>
                <a:latin typeface="Arial"/>
              </a:rPr>
              <a:t>WORK PLAN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Title 1"/>
          <p:cNvSpPr/>
          <p:nvPr/>
        </p:nvSpPr>
        <p:spPr>
          <a:xfrm>
            <a:off x="927570" y="195942"/>
            <a:ext cx="9606691" cy="116632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IN" sz="5400" b="1" strike="noStrike" cap="all" spc="-1" dirty="0">
                <a:solidFill>
                  <a:srgbClr val="E798B0"/>
                </a:solidFill>
                <a:latin typeface="Times New Roman"/>
                <a:ea typeface="DejaVu Sans"/>
              </a:rPr>
              <a:t>MODULES</a:t>
            </a:r>
            <a:endParaRPr lang="en-US" sz="5400" b="0" strike="noStrike" spc="-1" dirty="0">
              <a:latin typeface="Arial"/>
            </a:endParaRPr>
          </a:p>
        </p:txBody>
      </p:sp>
      <p:sp>
        <p:nvSpPr>
          <p:cNvPr id="323" name="Content Placeholder 2"/>
          <p:cNvSpPr/>
          <p:nvPr/>
        </p:nvSpPr>
        <p:spPr>
          <a:xfrm>
            <a:off x="1359030" y="1399591"/>
            <a:ext cx="9905400" cy="47306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55000" lnSpcReduction="20000"/>
          </a:bodyPr>
          <a:lstStyle/>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Dataset preparation and preprocessing</a:t>
            </a:r>
            <a:endParaRPr lang="en-US" sz="4000" spc="-1" dirty="0">
              <a:solidFill>
                <a:srgbClr val="FFFFFF"/>
              </a:solidFill>
              <a:latin typeface="Times New Roman" panose="02020603050405020304" pitchFamily="18" charset="0"/>
              <a:ea typeface="DejaVu Sans"/>
              <a:cs typeface="Times New Roman" panose="02020603050405020304" pitchFamily="18" charset="0"/>
            </a:endParaRP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cs typeface="Times New Roman" panose="02020603050405020304" pitchFamily="18" charset="0"/>
              </a:rPr>
              <a:t>Tokenization</a:t>
            </a: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cs typeface="Times New Roman" panose="02020603050405020304" pitchFamily="18" charset="0"/>
              </a:rPr>
              <a:t>Pos Tagging</a:t>
            </a: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Word grouping(keyword detection): Detecting document entities, i.e., grouping words with the same semantics</a:t>
            </a: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Handling Unknown pos tagging</a:t>
            </a: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Entity classification: Divides the detected entities into preset categories</a:t>
            </a:r>
            <a:endParaRPr lang="en-US" sz="4000" b="0" strike="noStrike" spc="-1" dirty="0">
              <a:latin typeface="Times New Roman" panose="02020603050405020304" pitchFamily="18" charset="0"/>
              <a:cs typeface="Times New Roman" panose="02020603050405020304" pitchFamily="18" charset="0"/>
            </a:endParaRP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 Relationship prediction: Find pairing relationship between entities.</a:t>
            </a:r>
          </a:p>
          <a:p>
            <a:pPr marL="457200" indent="-456840">
              <a:lnSpc>
                <a:spcPct val="170000"/>
              </a:lnSpc>
              <a:buClr>
                <a:srgbClr val="FFFFFF"/>
              </a:buClr>
              <a:buSzPct val="125000"/>
              <a:buFont typeface="Arial"/>
              <a:buAutoNum type="arabicPeriod"/>
            </a:pPr>
            <a:r>
              <a:rPr lang="en-US" sz="4000" spc="-1" dirty="0">
                <a:solidFill>
                  <a:srgbClr val="FFFFFF"/>
                </a:solidFill>
                <a:latin typeface="Times New Roman" panose="02020603050405020304" pitchFamily="18" charset="0"/>
                <a:cs typeface="Times New Roman" panose="02020603050405020304" pitchFamily="18" charset="0"/>
              </a:rPr>
              <a:t>GP GNN algorithm </a:t>
            </a:r>
          </a:p>
          <a:p>
            <a:pPr marL="360">
              <a:lnSpc>
                <a:spcPct val="150000"/>
              </a:lnSpc>
              <a:buClr>
                <a:srgbClr val="FFFFFF"/>
              </a:buClr>
              <a:buSzPct val="125000"/>
            </a:pPr>
            <a:endParaRPr lang="en-US" sz="2400" b="0" strike="noStrike" spc="-1" dirty="0">
              <a:latin typeface="Arial"/>
            </a:endParaRPr>
          </a:p>
          <a:p>
            <a:pPr>
              <a:lnSpc>
                <a:spcPct val="120000"/>
              </a:lnSpc>
              <a:spcBef>
                <a:spcPts val="1001"/>
              </a:spcBef>
              <a:tabLst>
                <a:tab pos="0" algn="l"/>
              </a:tabLst>
            </a:pPr>
            <a:endParaRPr lang="en-US" sz="2400" b="0" strike="noStrike" spc="-1" dirty="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385C-E848-5BCB-1E44-315B1F774CF9}"/>
              </a:ext>
            </a:extLst>
          </p:cNvPr>
          <p:cNvSpPr>
            <a:spLocks noGrp="1"/>
          </p:cNvSpPr>
          <p:nvPr>
            <p:ph type="title"/>
          </p:nvPr>
        </p:nvSpPr>
        <p:spPr>
          <a:xfrm>
            <a:off x="609779" y="422890"/>
            <a:ext cx="10972440" cy="1144800"/>
          </a:xfrm>
        </p:spPr>
        <p:txBody>
          <a:bodyPr/>
          <a:lstStyle/>
          <a:p>
            <a:pPr algn="ctr"/>
            <a:br>
              <a:rPr lang="en-US" sz="3600" b="1" dirty="0">
                <a:solidFill>
                  <a:schemeClr val="bg1"/>
                </a:solidFill>
                <a:latin typeface="Times New Roman" panose="02020603050405020304" pitchFamily="18" charset="0"/>
                <a:cs typeface="Times New Roman" panose="02020603050405020304" pitchFamily="18" charset="0"/>
              </a:rPr>
            </a:br>
            <a:r>
              <a:rPr lang="en-IN" sz="3600" b="1" strike="noStrike" cap="all" spc="-1" dirty="0">
                <a:solidFill>
                  <a:srgbClr val="E798B0"/>
                </a:solidFill>
                <a:latin typeface="Tw Cen MT"/>
                <a:ea typeface="DejaVu Sans"/>
              </a:rPr>
              <a:t>GP GNN(</a:t>
            </a:r>
            <a:r>
              <a:rPr lang="en-IN" sz="3600" b="1" strike="noStrike" spc="-1" dirty="0">
                <a:solidFill>
                  <a:srgbClr val="E798B0"/>
                </a:solidFill>
                <a:latin typeface="Tw Cen MT"/>
                <a:ea typeface="DejaVu Sans"/>
              </a:rPr>
              <a:t>graph neural networks with generated parameters) algorithm</a:t>
            </a:r>
            <a:br>
              <a:rPr lang="en-US" sz="3600" b="0" strike="noStrike" spc="-1" dirty="0">
                <a:latin typeface="Arial"/>
              </a:rPr>
            </a:b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9268B71-64F4-D507-098E-1145FB860BF2}"/>
              </a:ext>
            </a:extLst>
          </p:cNvPr>
          <p:cNvSpPr txBox="1"/>
          <p:nvPr/>
        </p:nvSpPr>
        <p:spPr>
          <a:xfrm>
            <a:off x="877078" y="2087302"/>
            <a:ext cx="10280779" cy="3816429"/>
          </a:xfrm>
          <a:prstGeom prst="rect">
            <a:avLst/>
          </a:prstGeom>
          <a:noFill/>
        </p:spPr>
        <p:txBody>
          <a:bodyPr wrap="square" rtlCol="0">
            <a:spAutoFit/>
          </a:bodyPr>
          <a:lstStyle/>
          <a:p>
            <a:pPr marL="342900" indent="-342900">
              <a:lnSpc>
                <a:spcPct val="100000"/>
              </a:lnSpc>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Graph neural networks with generated parameters (GP-GNNs) adapt graph neural networks to solve the natural language relational reasoning task. GP-GNNs first constructs a fully connected graph with the entities in the sequence of text. After that, it employs three modules to process relational reasoning: (1) an encoding module (2) a propagation module (3) a classification module. As compared to traditional GNNs, GP-GNNs could learn edge parameters from natural languages, extending it from performing inference on only non-relational graphs or graphs with a limited number of edge types to unstructured inputs such as texts.</a:t>
            </a:r>
          </a:p>
          <a:p>
            <a:pPr marL="342900" indent="-342900">
              <a:lnSpc>
                <a:spcPct val="100000"/>
              </a:lnSpc>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342900" indent="-342900">
              <a:lnSpc>
                <a:spcPct val="100000"/>
              </a:lnSpc>
              <a:buFont typeface="Arial" panose="020B0604020202020204" pitchFamily="34" charset="0"/>
              <a:buChar char="•"/>
            </a:pPr>
            <a:r>
              <a:rPr lang="en-US" sz="2200" b="0" i="0" dirty="0">
                <a:solidFill>
                  <a:srgbClr val="FFFFFF"/>
                </a:solidFill>
                <a:effectLst/>
                <a:latin typeface="Times New Roman" panose="02020603050405020304" pitchFamily="18" charset="0"/>
                <a:cs typeface="Times New Roman" panose="02020603050405020304" pitchFamily="18" charset="0"/>
              </a:rPr>
              <a:t>A graph neural network with generated parameters (GPGNNs) is one of the most effective approaches for multi-hop relational reasoning in relation extraction.</a:t>
            </a:r>
            <a:endParaRPr lang="en-IN" sz="2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816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F1BB1B-4441-ED6F-B6C6-876B228BEC40}"/>
              </a:ext>
            </a:extLst>
          </p:cNvPr>
          <p:cNvPicPr>
            <a:picLocks noChangeAspect="1"/>
          </p:cNvPicPr>
          <p:nvPr/>
        </p:nvPicPr>
        <p:blipFill rotWithShape="1">
          <a:blip r:embed="rId2">
            <a:extLst>
              <a:ext uri="{28A0092B-C50C-407E-A947-70E740481C1C}">
                <a14:useLocalDpi xmlns:a14="http://schemas.microsoft.com/office/drawing/2010/main" val="0"/>
              </a:ext>
            </a:extLst>
          </a:blip>
          <a:srcRect l="21581" t="30447" r="24465" b="8196"/>
          <a:stretch/>
        </p:blipFill>
        <p:spPr>
          <a:xfrm>
            <a:off x="1287623" y="1007706"/>
            <a:ext cx="9769151" cy="5533053"/>
          </a:xfrm>
          <a:prstGeom prst="rect">
            <a:avLst/>
          </a:prstGeom>
        </p:spPr>
      </p:pic>
      <p:sp>
        <p:nvSpPr>
          <p:cNvPr id="4" name="TextBox 3">
            <a:extLst>
              <a:ext uri="{FF2B5EF4-FFF2-40B4-BE49-F238E27FC236}">
                <a16:creationId xmlns:a16="http://schemas.microsoft.com/office/drawing/2014/main" id="{C9BAC817-0CE0-C534-FAD0-C70F94FFDFD9}"/>
              </a:ext>
            </a:extLst>
          </p:cNvPr>
          <p:cNvSpPr txBox="1"/>
          <p:nvPr/>
        </p:nvSpPr>
        <p:spPr>
          <a:xfrm>
            <a:off x="1492898" y="401216"/>
            <a:ext cx="5057192" cy="523220"/>
          </a:xfrm>
          <a:prstGeom prst="rect">
            <a:avLst/>
          </a:prstGeom>
          <a:noFill/>
        </p:spPr>
        <p:txBody>
          <a:bodyPr wrap="square" rtlCol="0">
            <a:spAutoFit/>
          </a:bodyPr>
          <a:lstStyle/>
          <a:p>
            <a:r>
              <a:rPr lang="en-US" sz="2800" b="0" dirty="0">
                <a:solidFill>
                  <a:srgbClr val="D4D4D4"/>
                </a:solidFill>
                <a:effectLst/>
                <a:latin typeface="Times New Roman" panose="02020603050405020304" pitchFamily="18" charset="0"/>
                <a:cs typeface="Times New Roman" panose="02020603050405020304" pitchFamily="18" charset="0"/>
              </a:rPr>
              <a:t>Loading dataset into a </a:t>
            </a:r>
            <a:r>
              <a:rPr lang="en-US" sz="2800" dirty="0" err="1">
                <a:solidFill>
                  <a:srgbClr val="D4D4D4"/>
                </a:solidFill>
                <a:latin typeface="Times New Roman" panose="02020603050405020304" pitchFamily="18" charset="0"/>
                <a:cs typeface="Times New Roman" panose="02020603050405020304" pitchFamily="18" charset="0"/>
              </a:rPr>
              <a:t>D</a:t>
            </a:r>
            <a:r>
              <a:rPr lang="en-US" sz="2800" b="0" dirty="0" err="1">
                <a:solidFill>
                  <a:srgbClr val="D4D4D4"/>
                </a:solidFill>
                <a:effectLst/>
                <a:latin typeface="Times New Roman" panose="02020603050405020304" pitchFamily="18" charset="0"/>
                <a:cs typeface="Times New Roman" panose="02020603050405020304" pitchFamily="18" charset="0"/>
              </a:rPr>
              <a:t>ataframe</a:t>
            </a:r>
            <a:endParaRPr lang="en-US" sz="2800" b="0" dirty="0">
              <a:solidFill>
                <a:srgbClr val="D4D4D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327C-471E-7207-6B94-AD50194B2671}"/>
              </a:ext>
            </a:extLst>
          </p:cNvPr>
          <p:cNvSpPr>
            <a:spLocks noGrp="1"/>
          </p:cNvSpPr>
          <p:nvPr>
            <p:ph type="title"/>
          </p:nvPr>
        </p:nvSpPr>
        <p:spPr>
          <a:xfrm>
            <a:off x="609480" y="273600"/>
            <a:ext cx="10279713" cy="788541"/>
          </a:xfrm>
        </p:spPr>
        <p:txBody>
          <a:bodyPr/>
          <a:lstStyle/>
          <a:p>
            <a:r>
              <a:rPr lang="en-US" dirty="0">
                <a:solidFill>
                  <a:schemeClr val="bg1"/>
                </a:solidFill>
              </a:rPr>
              <a:t>Removing Stop Words</a:t>
            </a:r>
          </a:p>
        </p:txBody>
      </p:sp>
      <p:pic>
        <p:nvPicPr>
          <p:cNvPr id="4" name="Picture 4" descr="Text&#10;&#10;Description automatically generated">
            <a:extLst>
              <a:ext uri="{FF2B5EF4-FFF2-40B4-BE49-F238E27FC236}">
                <a16:creationId xmlns:a16="http://schemas.microsoft.com/office/drawing/2014/main" id="{901533AC-1031-5D54-55DE-00C524D496A6}"/>
              </a:ext>
            </a:extLst>
          </p:cNvPr>
          <p:cNvPicPr>
            <a:picLocks noChangeAspect="1"/>
          </p:cNvPicPr>
          <p:nvPr/>
        </p:nvPicPr>
        <p:blipFill rotWithShape="1">
          <a:blip r:embed="rId2"/>
          <a:srcRect l="5821" t="23585" r="29866" b="8868"/>
          <a:stretch/>
        </p:blipFill>
        <p:spPr>
          <a:xfrm>
            <a:off x="1161803" y="1163164"/>
            <a:ext cx="10006236" cy="5264228"/>
          </a:xfrm>
          <a:prstGeom prst="rect">
            <a:avLst/>
          </a:prstGeom>
        </p:spPr>
      </p:pic>
    </p:spTree>
    <p:extLst>
      <p:ext uri="{BB962C8B-B14F-4D97-AF65-F5344CB8AC3E}">
        <p14:creationId xmlns:p14="http://schemas.microsoft.com/office/powerpoint/2010/main" val="3252386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510C-3038-0A42-A52A-41853CF3AF15}"/>
              </a:ext>
            </a:extLst>
          </p:cNvPr>
          <p:cNvSpPr>
            <a:spLocks noGrp="1"/>
          </p:cNvSpPr>
          <p:nvPr>
            <p:ph type="title"/>
          </p:nvPr>
        </p:nvSpPr>
        <p:spPr>
          <a:xfrm>
            <a:off x="1219560" y="373224"/>
            <a:ext cx="10972440" cy="727787"/>
          </a:xfrm>
        </p:spPr>
        <p:txBody>
          <a:bodyPr/>
          <a:lstStyle/>
          <a:p>
            <a:r>
              <a:rPr lang="en-US" dirty="0">
                <a:solidFill>
                  <a:schemeClr val="bg1"/>
                </a:solidFill>
              </a:rPr>
              <a:t>Tokenization and Keyword generation</a:t>
            </a:r>
            <a:br>
              <a:rPr lang="en-US" b="0" dirty="0">
                <a:solidFill>
                  <a:schemeClr val="bg1"/>
                </a:solidFill>
                <a:effectLst/>
                <a:latin typeface="Courier New" panose="02070309020205020404" pitchFamily="49" charset="0"/>
              </a:rPr>
            </a:br>
            <a:endParaRPr lang="en-IN" dirty="0">
              <a:solidFill>
                <a:schemeClr val="bg1"/>
              </a:solidFill>
            </a:endParaRPr>
          </a:p>
        </p:txBody>
      </p:sp>
      <p:pic>
        <p:nvPicPr>
          <p:cNvPr id="3" name="Picture 3" descr="Graphical user interface, text, application&#10;&#10;Description automatically generated">
            <a:extLst>
              <a:ext uri="{FF2B5EF4-FFF2-40B4-BE49-F238E27FC236}">
                <a16:creationId xmlns:a16="http://schemas.microsoft.com/office/drawing/2014/main" id="{35635631-2252-0657-E9D7-C1BC5A3C6F92}"/>
              </a:ext>
            </a:extLst>
          </p:cNvPr>
          <p:cNvPicPr>
            <a:picLocks noChangeAspect="1"/>
          </p:cNvPicPr>
          <p:nvPr/>
        </p:nvPicPr>
        <p:blipFill rotWithShape="1">
          <a:blip r:embed="rId2"/>
          <a:srcRect l="4750" t="22658" r="52132" b="8715"/>
          <a:stretch/>
        </p:blipFill>
        <p:spPr>
          <a:xfrm>
            <a:off x="2388920" y="1024619"/>
            <a:ext cx="7888052" cy="4987133"/>
          </a:xfrm>
          <a:prstGeom prst="rect">
            <a:avLst/>
          </a:prstGeom>
        </p:spPr>
      </p:pic>
    </p:spTree>
    <p:extLst>
      <p:ext uri="{BB962C8B-B14F-4D97-AF65-F5344CB8AC3E}">
        <p14:creationId xmlns:p14="http://schemas.microsoft.com/office/powerpoint/2010/main" val="4156304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41B65C16-66E9-B52F-2520-B2F770F6141D}"/>
              </a:ext>
            </a:extLst>
          </p:cNvPr>
          <p:cNvPicPr>
            <a:picLocks noChangeAspect="1"/>
          </p:cNvPicPr>
          <p:nvPr/>
        </p:nvPicPr>
        <p:blipFill rotWithShape="1">
          <a:blip r:embed="rId2"/>
          <a:srcRect l="4300" t="24490" r="-871" b="7029"/>
          <a:stretch/>
        </p:blipFill>
        <p:spPr>
          <a:xfrm>
            <a:off x="1623753" y="866281"/>
            <a:ext cx="9544923" cy="5125680"/>
          </a:xfrm>
          <a:prstGeom prst="rect">
            <a:avLst/>
          </a:prstGeom>
        </p:spPr>
      </p:pic>
    </p:spTree>
    <p:extLst>
      <p:ext uri="{BB962C8B-B14F-4D97-AF65-F5344CB8AC3E}">
        <p14:creationId xmlns:p14="http://schemas.microsoft.com/office/powerpoint/2010/main" val="4066936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6483F208-5B8F-3D2B-A4B3-FC6777729E31}"/>
              </a:ext>
            </a:extLst>
          </p:cNvPr>
          <p:cNvPicPr>
            <a:picLocks noChangeAspect="1"/>
          </p:cNvPicPr>
          <p:nvPr/>
        </p:nvPicPr>
        <p:blipFill rotWithShape="1">
          <a:blip r:embed="rId2"/>
          <a:srcRect l="5845" t="24373" r="-522" b="8064"/>
          <a:stretch/>
        </p:blipFill>
        <p:spPr>
          <a:xfrm>
            <a:off x="855024" y="737632"/>
            <a:ext cx="10561023" cy="548194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B44F9C-D20D-794D-3209-9D3A2FF83E7B}"/>
              </a:ext>
            </a:extLst>
          </p:cNvPr>
          <p:cNvSpPr txBox="1"/>
          <p:nvPr/>
        </p:nvSpPr>
        <p:spPr>
          <a:xfrm>
            <a:off x="3442995" y="344661"/>
            <a:ext cx="5150498" cy="830997"/>
          </a:xfrm>
          <a:prstGeom prst="rect">
            <a:avLst/>
          </a:prstGeom>
          <a:noFill/>
        </p:spPr>
        <p:txBody>
          <a:bodyPr wrap="square" rtlCol="0">
            <a:spAutoFit/>
          </a:bodyPr>
          <a:lstStyle/>
          <a:p>
            <a:pPr algn="ctr"/>
            <a:r>
              <a:rPr lang="en-US" sz="2400" b="1" dirty="0">
                <a:solidFill>
                  <a:srgbClr val="D4D4D4"/>
                </a:solidFill>
                <a:effectLst/>
                <a:latin typeface="Times New Roman" panose="02020603050405020304" pitchFamily="18" charset="0"/>
                <a:cs typeface="Times New Roman" panose="02020603050405020304" pitchFamily="18" charset="0"/>
              </a:rPr>
              <a:t>Removing Punctuations from the text</a:t>
            </a:r>
          </a:p>
          <a:p>
            <a:pPr algn="ctr"/>
            <a:endParaRPr lang="en-IN" sz="2400" b="1" dirty="0">
              <a:solidFill>
                <a:schemeClr val="bg1"/>
              </a:solidFill>
            </a:endParaRPr>
          </a:p>
        </p:txBody>
      </p:sp>
      <p:pic>
        <p:nvPicPr>
          <p:cNvPr id="2" name="Picture 2" descr="Graphical user interface, text, application, email&#10;&#10;Description automatically generated">
            <a:extLst>
              <a:ext uri="{FF2B5EF4-FFF2-40B4-BE49-F238E27FC236}">
                <a16:creationId xmlns:a16="http://schemas.microsoft.com/office/drawing/2014/main" id="{1F3182F8-9810-76C4-F9AD-16733F821420}"/>
              </a:ext>
            </a:extLst>
          </p:cNvPr>
          <p:cNvPicPr>
            <a:picLocks noChangeAspect="1"/>
          </p:cNvPicPr>
          <p:nvPr/>
        </p:nvPicPr>
        <p:blipFill rotWithShape="1">
          <a:blip r:embed="rId2"/>
          <a:srcRect l="5062" t="37076" r="562" b="6356"/>
          <a:stretch/>
        </p:blipFill>
        <p:spPr>
          <a:xfrm>
            <a:off x="1755570" y="1252228"/>
            <a:ext cx="9343797" cy="4828882"/>
          </a:xfrm>
          <a:prstGeom prst="rect">
            <a:avLst/>
          </a:prstGeom>
        </p:spPr>
      </p:pic>
    </p:spTree>
    <p:extLst>
      <p:ext uri="{BB962C8B-B14F-4D97-AF65-F5344CB8AC3E}">
        <p14:creationId xmlns:p14="http://schemas.microsoft.com/office/powerpoint/2010/main" val="2690375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90B64AD5-7D61-91F3-244D-2376D40E0747}"/>
              </a:ext>
            </a:extLst>
          </p:cNvPr>
          <p:cNvPicPr>
            <a:picLocks noChangeAspect="1"/>
          </p:cNvPicPr>
          <p:nvPr/>
        </p:nvPicPr>
        <p:blipFill rotWithShape="1">
          <a:blip r:embed="rId2"/>
          <a:srcRect l="2992" t="32473" r="61845" b="21935"/>
          <a:stretch/>
        </p:blipFill>
        <p:spPr>
          <a:xfrm>
            <a:off x="1577440" y="1281918"/>
            <a:ext cx="9035846" cy="3631537"/>
          </a:xfrm>
          <a:prstGeom prst="rect">
            <a:avLst/>
          </a:prstGeom>
        </p:spPr>
      </p:pic>
    </p:spTree>
    <p:extLst>
      <p:ext uri="{BB962C8B-B14F-4D97-AF65-F5344CB8AC3E}">
        <p14:creationId xmlns:p14="http://schemas.microsoft.com/office/powerpoint/2010/main" val="3214621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BB877FB-08F6-1704-3EBF-2B5BE4DFA961}"/>
              </a:ext>
            </a:extLst>
          </p:cNvPr>
          <p:cNvSpPr txBox="1"/>
          <p:nvPr/>
        </p:nvSpPr>
        <p:spPr>
          <a:xfrm>
            <a:off x="951722" y="131029"/>
            <a:ext cx="6606073" cy="461665"/>
          </a:xfrm>
          <a:prstGeom prst="rect">
            <a:avLst/>
          </a:prstGeom>
          <a:noFill/>
        </p:spPr>
        <p:txBody>
          <a:bodyPr wrap="square" rtlCol="0">
            <a:spAutoFit/>
          </a:bodyPr>
          <a:lstStyle/>
          <a:p>
            <a:r>
              <a:rPr lang="en-US" sz="2400" b="0" dirty="0">
                <a:solidFill>
                  <a:srgbClr val="D4D4D4"/>
                </a:solidFill>
                <a:effectLst/>
                <a:latin typeface="Times New Roman" panose="02020603050405020304" pitchFamily="18" charset="0"/>
                <a:cs typeface="Times New Roman" panose="02020603050405020304" pitchFamily="18" charset="0"/>
              </a:rPr>
              <a:t>Handling the Unknown post tag words</a:t>
            </a:r>
          </a:p>
        </p:txBody>
      </p:sp>
      <p:pic>
        <p:nvPicPr>
          <p:cNvPr id="3" name="Picture 2">
            <a:extLst>
              <a:ext uri="{FF2B5EF4-FFF2-40B4-BE49-F238E27FC236}">
                <a16:creationId xmlns:a16="http://schemas.microsoft.com/office/drawing/2014/main" id="{FFACC463-FE5C-2346-0D23-1C10B900AC59}"/>
              </a:ext>
            </a:extLst>
          </p:cNvPr>
          <p:cNvPicPr>
            <a:picLocks noChangeAspect="1"/>
          </p:cNvPicPr>
          <p:nvPr/>
        </p:nvPicPr>
        <p:blipFill rotWithShape="1">
          <a:blip r:embed="rId2"/>
          <a:srcRect t="-1" b="671"/>
          <a:stretch/>
        </p:blipFill>
        <p:spPr>
          <a:xfrm>
            <a:off x="951721" y="768438"/>
            <a:ext cx="8845421" cy="5958533"/>
          </a:xfrm>
          <a:prstGeom prst="rect">
            <a:avLst/>
          </a:prstGeom>
        </p:spPr>
      </p:pic>
    </p:spTree>
    <p:extLst>
      <p:ext uri="{BB962C8B-B14F-4D97-AF65-F5344CB8AC3E}">
        <p14:creationId xmlns:p14="http://schemas.microsoft.com/office/powerpoint/2010/main" val="2659619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90F260-481C-F35C-0FC8-7D95D29DE724}"/>
              </a:ext>
            </a:extLst>
          </p:cNvPr>
          <p:cNvPicPr>
            <a:picLocks noChangeAspect="1"/>
          </p:cNvPicPr>
          <p:nvPr/>
        </p:nvPicPr>
        <p:blipFill>
          <a:blip r:embed="rId2"/>
          <a:stretch>
            <a:fillRect/>
          </a:stretch>
        </p:blipFill>
        <p:spPr>
          <a:xfrm>
            <a:off x="214604" y="531845"/>
            <a:ext cx="11614021" cy="5421086"/>
          </a:xfrm>
          <a:prstGeom prst="rect">
            <a:avLst/>
          </a:prstGeom>
        </p:spPr>
      </p:pic>
    </p:spTree>
    <p:extLst>
      <p:ext uri="{BB962C8B-B14F-4D97-AF65-F5344CB8AC3E}">
        <p14:creationId xmlns:p14="http://schemas.microsoft.com/office/powerpoint/2010/main" val="1728446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D6F60-1D66-A7BC-9FB3-46548530C167}"/>
              </a:ext>
            </a:extLst>
          </p:cNvPr>
          <p:cNvSpPr>
            <a:spLocks noGrp="1"/>
          </p:cNvSpPr>
          <p:nvPr>
            <p:ph type="title"/>
          </p:nvPr>
        </p:nvSpPr>
        <p:spPr>
          <a:xfrm>
            <a:off x="1500129" y="273600"/>
            <a:ext cx="10081791" cy="6201709"/>
          </a:xfrm>
        </p:spPr>
        <p:txBody>
          <a:bodyPr/>
          <a:lstStyle/>
          <a:p>
            <a:r>
              <a:rPr lang="en-US" dirty="0">
                <a:solidFill>
                  <a:schemeClr val="bg1"/>
                </a:solidFill>
              </a:rPr>
              <a:t>Named Entity Recognition</a:t>
            </a:r>
          </a:p>
          <a:p>
            <a:endParaRPr lang="en-US" dirty="0">
              <a:solidFill>
                <a:schemeClr val="bg1"/>
              </a:solidFill>
            </a:endParaRPr>
          </a:p>
        </p:txBody>
      </p:sp>
    </p:spTree>
    <p:extLst>
      <p:ext uri="{BB962C8B-B14F-4D97-AF65-F5344CB8AC3E}">
        <p14:creationId xmlns:p14="http://schemas.microsoft.com/office/powerpoint/2010/main" val="1185007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B427A-1264-2151-ED55-31FA93AA4465}"/>
              </a:ext>
            </a:extLst>
          </p:cNvPr>
          <p:cNvSpPr>
            <a:spLocks noGrp="1"/>
          </p:cNvSpPr>
          <p:nvPr>
            <p:ph type="title"/>
          </p:nvPr>
        </p:nvSpPr>
        <p:spPr/>
        <p:txBody>
          <a:bodyPr/>
          <a:lstStyle/>
          <a:p>
            <a:r>
              <a:rPr lang="en-US" dirty="0">
                <a:solidFill>
                  <a:schemeClr val="bg1"/>
                </a:solidFill>
              </a:rPr>
              <a:t>Splitting Data into Words</a:t>
            </a:r>
          </a:p>
        </p:txBody>
      </p:sp>
      <p:pic>
        <p:nvPicPr>
          <p:cNvPr id="4" name="Picture 4" descr="Text&#10;&#10;Description automatically generated">
            <a:extLst>
              <a:ext uri="{FF2B5EF4-FFF2-40B4-BE49-F238E27FC236}">
                <a16:creationId xmlns:a16="http://schemas.microsoft.com/office/drawing/2014/main" id="{9E4167BD-8BA7-AFCF-6183-BF4322F278B5}"/>
              </a:ext>
            </a:extLst>
          </p:cNvPr>
          <p:cNvPicPr>
            <a:picLocks noChangeAspect="1"/>
          </p:cNvPicPr>
          <p:nvPr/>
        </p:nvPicPr>
        <p:blipFill>
          <a:blip r:embed="rId2"/>
          <a:stretch>
            <a:fillRect/>
          </a:stretch>
        </p:blipFill>
        <p:spPr>
          <a:xfrm>
            <a:off x="607621" y="1477863"/>
            <a:ext cx="10956966" cy="4703859"/>
          </a:xfrm>
          <a:prstGeom prst="rect">
            <a:avLst/>
          </a:prstGeom>
        </p:spPr>
      </p:pic>
    </p:spTree>
    <p:extLst>
      <p:ext uri="{BB962C8B-B14F-4D97-AF65-F5344CB8AC3E}">
        <p14:creationId xmlns:p14="http://schemas.microsoft.com/office/powerpoint/2010/main" val="4175898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3C9B0D35-4950-A633-2A2D-FB090832F829}"/>
              </a:ext>
            </a:extLst>
          </p:cNvPr>
          <p:cNvPicPr>
            <a:picLocks noChangeAspect="1"/>
          </p:cNvPicPr>
          <p:nvPr/>
        </p:nvPicPr>
        <p:blipFill rotWithShape="1">
          <a:blip r:embed="rId2"/>
          <a:srcRect l="5653" t="23992" r="49119" b="7460"/>
          <a:stretch/>
        </p:blipFill>
        <p:spPr>
          <a:xfrm>
            <a:off x="716477" y="777217"/>
            <a:ext cx="10777767" cy="5373079"/>
          </a:xfrm>
          <a:prstGeom prst="rect">
            <a:avLst/>
          </a:prstGeom>
        </p:spPr>
      </p:pic>
    </p:spTree>
    <p:extLst>
      <p:ext uri="{BB962C8B-B14F-4D97-AF65-F5344CB8AC3E}">
        <p14:creationId xmlns:p14="http://schemas.microsoft.com/office/powerpoint/2010/main" val="22181468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Graphical user interface, application&#10;&#10;Description automatically generated">
            <a:extLst>
              <a:ext uri="{FF2B5EF4-FFF2-40B4-BE49-F238E27FC236}">
                <a16:creationId xmlns:a16="http://schemas.microsoft.com/office/drawing/2014/main" id="{458E45F2-5072-12EE-DFF6-AE4F2ECFCB92}"/>
              </a:ext>
            </a:extLst>
          </p:cNvPr>
          <p:cNvPicPr>
            <a:picLocks noChangeAspect="1"/>
          </p:cNvPicPr>
          <p:nvPr/>
        </p:nvPicPr>
        <p:blipFill rotWithShape="1">
          <a:blip r:embed="rId2"/>
          <a:srcRect l="5332" t="24193" r="54976" b="5242"/>
          <a:stretch/>
        </p:blipFill>
        <p:spPr>
          <a:xfrm>
            <a:off x="2034989" y="606800"/>
            <a:ext cx="8381115" cy="5395568"/>
          </a:xfrm>
          <a:prstGeom prst="rect">
            <a:avLst/>
          </a:prstGeom>
        </p:spPr>
      </p:pic>
    </p:spTree>
    <p:extLst>
      <p:ext uri="{BB962C8B-B14F-4D97-AF65-F5344CB8AC3E}">
        <p14:creationId xmlns:p14="http://schemas.microsoft.com/office/powerpoint/2010/main" val="3241633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D1A1F-80EC-B028-7654-6D8451650A1A}"/>
              </a:ext>
            </a:extLst>
          </p:cNvPr>
          <p:cNvSpPr>
            <a:spLocks noGrp="1"/>
          </p:cNvSpPr>
          <p:nvPr>
            <p:ph type="title"/>
          </p:nvPr>
        </p:nvSpPr>
        <p:spPr/>
        <p:txBody>
          <a:bodyPr/>
          <a:lstStyle/>
          <a:p>
            <a:r>
              <a:rPr lang="en-US" dirty="0">
                <a:solidFill>
                  <a:schemeClr val="bg1"/>
                </a:solidFill>
              </a:rPr>
              <a:t>BIO Tagging</a:t>
            </a:r>
          </a:p>
          <a:p>
            <a:endParaRPr lang="en-US" dirty="0"/>
          </a:p>
        </p:txBody>
      </p:sp>
      <p:pic>
        <p:nvPicPr>
          <p:cNvPr id="4" name="Picture 4" descr="Graphical user interface, text, application&#10;&#10;Description automatically generated">
            <a:extLst>
              <a:ext uri="{FF2B5EF4-FFF2-40B4-BE49-F238E27FC236}">
                <a16:creationId xmlns:a16="http://schemas.microsoft.com/office/drawing/2014/main" id="{DB4CD407-F27D-D097-1559-8113BB11F7E2}"/>
              </a:ext>
            </a:extLst>
          </p:cNvPr>
          <p:cNvPicPr>
            <a:picLocks noChangeAspect="1"/>
          </p:cNvPicPr>
          <p:nvPr/>
        </p:nvPicPr>
        <p:blipFill rotWithShape="1">
          <a:blip r:embed="rId2"/>
          <a:srcRect l="5912" t="26261" r="39857" b="10714"/>
          <a:stretch/>
        </p:blipFill>
        <p:spPr>
          <a:xfrm>
            <a:off x="701488" y="1223122"/>
            <a:ext cx="11059004" cy="5271710"/>
          </a:xfrm>
          <a:prstGeom prst="rect">
            <a:avLst/>
          </a:prstGeom>
        </p:spPr>
      </p:pic>
    </p:spTree>
    <p:extLst>
      <p:ext uri="{BB962C8B-B14F-4D97-AF65-F5344CB8AC3E}">
        <p14:creationId xmlns:p14="http://schemas.microsoft.com/office/powerpoint/2010/main" val="2312318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1E5DAEE4-5107-08DE-0DAB-BA84EA1D7639}"/>
              </a:ext>
            </a:extLst>
          </p:cNvPr>
          <p:cNvPicPr>
            <a:picLocks noChangeAspect="1"/>
          </p:cNvPicPr>
          <p:nvPr/>
        </p:nvPicPr>
        <p:blipFill rotWithShape="1">
          <a:blip r:embed="rId2"/>
          <a:srcRect l="5818" t="23946" r="110" b="60153"/>
          <a:stretch/>
        </p:blipFill>
        <p:spPr>
          <a:xfrm>
            <a:off x="1127313" y="1122268"/>
            <a:ext cx="10251289" cy="1693343"/>
          </a:xfrm>
          <a:prstGeom prst="rect">
            <a:avLst/>
          </a:prstGeom>
        </p:spPr>
      </p:pic>
      <p:pic>
        <p:nvPicPr>
          <p:cNvPr id="7" name="Picture 7">
            <a:extLst>
              <a:ext uri="{FF2B5EF4-FFF2-40B4-BE49-F238E27FC236}">
                <a16:creationId xmlns:a16="http://schemas.microsoft.com/office/drawing/2014/main" id="{B4BF4571-5606-112E-4C4E-7C846CA5EC2C}"/>
              </a:ext>
            </a:extLst>
          </p:cNvPr>
          <p:cNvPicPr>
            <a:picLocks noChangeAspect="1"/>
          </p:cNvPicPr>
          <p:nvPr/>
        </p:nvPicPr>
        <p:blipFill rotWithShape="1">
          <a:blip r:embed="rId2"/>
          <a:srcRect l="5882" t="55307" r="49680" b="6424"/>
          <a:stretch/>
        </p:blipFill>
        <p:spPr>
          <a:xfrm>
            <a:off x="1295401" y="3240181"/>
            <a:ext cx="9507252" cy="3252713"/>
          </a:xfrm>
          <a:prstGeom prst="rect">
            <a:avLst/>
          </a:prstGeom>
        </p:spPr>
      </p:pic>
    </p:spTree>
    <p:extLst>
      <p:ext uri="{BB962C8B-B14F-4D97-AF65-F5344CB8AC3E}">
        <p14:creationId xmlns:p14="http://schemas.microsoft.com/office/powerpoint/2010/main" val="4110054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98F3-5701-DD8A-340B-4E09B5420735}"/>
              </a:ext>
            </a:extLst>
          </p:cNvPr>
          <p:cNvSpPr>
            <a:spLocks noGrp="1"/>
          </p:cNvSpPr>
          <p:nvPr>
            <p:ph type="title"/>
          </p:nvPr>
        </p:nvSpPr>
        <p:spPr/>
        <p:txBody>
          <a:bodyPr/>
          <a:lstStyle/>
          <a:p>
            <a:r>
              <a:rPr lang="en-US" dirty="0">
                <a:solidFill>
                  <a:schemeClr val="bg1"/>
                </a:solidFill>
              </a:rPr>
              <a:t>Numeric feature extraction</a:t>
            </a:r>
          </a:p>
          <a:p>
            <a:endParaRPr lang="en-US" dirty="0"/>
          </a:p>
        </p:txBody>
      </p:sp>
      <p:pic>
        <p:nvPicPr>
          <p:cNvPr id="4" name="Picture 4" descr="Graphical user interface, text, application&#10;&#10;Description automatically generated">
            <a:extLst>
              <a:ext uri="{FF2B5EF4-FFF2-40B4-BE49-F238E27FC236}">
                <a16:creationId xmlns:a16="http://schemas.microsoft.com/office/drawing/2014/main" id="{730F48A9-8749-D4D2-5BBA-7A81525A8747}"/>
              </a:ext>
            </a:extLst>
          </p:cNvPr>
          <p:cNvPicPr>
            <a:picLocks noChangeAspect="1"/>
          </p:cNvPicPr>
          <p:nvPr/>
        </p:nvPicPr>
        <p:blipFill rotWithShape="1">
          <a:blip r:embed="rId2"/>
          <a:srcRect l="5624" t="22792" r="1534" b="20228"/>
          <a:stretch/>
        </p:blipFill>
        <p:spPr>
          <a:xfrm>
            <a:off x="1194548" y="1382387"/>
            <a:ext cx="10169613" cy="4486251"/>
          </a:xfrm>
          <a:prstGeom prst="rect">
            <a:avLst/>
          </a:prstGeom>
        </p:spPr>
      </p:pic>
    </p:spTree>
    <p:extLst>
      <p:ext uri="{BB962C8B-B14F-4D97-AF65-F5344CB8AC3E}">
        <p14:creationId xmlns:p14="http://schemas.microsoft.com/office/powerpoint/2010/main" val="1288709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87C5EDBB-CBE6-8D49-2AA7-A447BDB2108E}"/>
              </a:ext>
            </a:extLst>
          </p:cNvPr>
          <p:cNvPicPr>
            <a:picLocks noChangeAspect="1"/>
          </p:cNvPicPr>
          <p:nvPr/>
        </p:nvPicPr>
        <p:blipFill rotWithShape="1">
          <a:blip r:embed="rId2"/>
          <a:srcRect l="6406" t="23645" r="54448" b="18473"/>
          <a:stretch/>
        </p:blipFill>
        <p:spPr>
          <a:xfrm>
            <a:off x="1474696" y="730065"/>
            <a:ext cx="9512934" cy="5484217"/>
          </a:xfrm>
          <a:prstGeom prst="rect">
            <a:avLst/>
          </a:prstGeom>
        </p:spPr>
      </p:pic>
    </p:spTree>
    <p:extLst>
      <p:ext uri="{BB962C8B-B14F-4D97-AF65-F5344CB8AC3E}">
        <p14:creationId xmlns:p14="http://schemas.microsoft.com/office/powerpoint/2010/main" val="266071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93267B82-509C-737E-2540-C630009A8CAD}"/>
              </a:ext>
            </a:extLst>
          </p:cNvPr>
          <p:cNvPicPr>
            <a:picLocks noChangeAspect="1"/>
          </p:cNvPicPr>
          <p:nvPr/>
        </p:nvPicPr>
        <p:blipFill rotWithShape="1">
          <a:blip r:embed="rId2"/>
          <a:srcRect l="6629" t="23583" r="46629" b="4387"/>
          <a:stretch/>
        </p:blipFill>
        <p:spPr>
          <a:xfrm>
            <a:off x="1508312" y="797300"/>
            <a:ext cx="9255013" cy="5395688"/>
          </a:xfrm>
          <a:prstGeom prst="rect">
            <a:avLst/>
          </a:prstGeom>
        </p:spPr>
      </p:pic>
    </p:spTree>
    <p:extLst>
      <p:ext uri="{BB962C8B-B14F-4D97-AF65-F5344CB8AC3E}">
        <p14:creationId xmlns:p14="http://schemas.microsoft.com/office/powerpoint/2010/main" val="7294389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42434894-26F7-CEFB-7686-A760411EBE50}"/>
              </a:ext>
            </a:extLst>
          </p:cNvPr>
          <p:cNvPicPr>
            <a:picLocks noChangeAspect="1"/>
          </p:cNvPicPr>
          <p:nvPr/>
        </p:nvPicPr>
        <p:blipFill rotWithShape="1">
          <a:blip r:embed="rId2"/>
          <a:srcRect l="6745" t="23864" r="52569" b="10985"/>
          <a:stretch/>
        </p:blipFill>
        <p:spPr>
          <a:xfrm>
            <a:off x="1160931" y="237005"/>
            <a:ext cx="10129224" cy="6089909"/>
          </a:xfrm>
          <a:prstGeom prst="rect">
            <a:avLst/>
          </a:prstGeom>
        </p:spPr>
      </p:pic>
    </p:spTree>
    <p:extLst>
      <p:ext uri="{BB962C8B-B14F-4D97-AF65-F5344CB8AC3E}">
        <p14:creationId xmlns:p14="http://schemas.microsoft.com/office/powerpoint/2010/main" val="1423216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F89E090-BCDD-6699-4532-04F28D89071F}"/>
              </a:ext>
            </a:extLst>
          </p:cNvPr>
          <p:cNvPicPr>
            <a:picLocks noChangeAspect="1"/>
          </p:cNvPicPr>
          <p:nvPr/>
        </p:nvPicPr>
        <p:blipFill rotWithShape="1">
          <a:blip r:embed="rId2"/>
          <a:srcRect l="6076" t="31250" r="126" b="29167"/>
          <a:stretch/>
        </p:blipFill>
        <p:spPr>
          <a:xfrm>
            <a:off x="1015254" y="864534"/>
            <a:ext cx="9803056" cy="2703730"/>
          </a:xfrm>
          <a:prstGeom prst="rect">
            <a:avLst/>
          </a:prstGeom>
        </p:spPr>
      </p:pic>
      <p:pic>
        <p:nvPicPr>
          <p:cNvPr id="5" name="Picture 5" descr="Table&#10;&#10;Description automatically generated">
            <a:extLst>
              <a:ext uri="{FF2B5EF4-FFF2-40B4-BE49-F238E27FC236}">
                <a16:creationId xmlns:a16="http://schemas.microsoft.com/office/drawing/2014/main" id="{301B3186-DD2E-CD6E-16F1-FD300123E53D}"/>
              </a:ext>
            </a:extLst>
          </p:cNvPr>
          <p:cNvPicPr>
            <a:picLocks noChangeAspect="1"/>
          </p:cNvPicPr>
          <p:nvPr/>
        </p:nvPicPr>
        <p:blipFill rotWithShape="1">
          <a:blip r:embed="rId3"/>
          <a:srcRect l="4490" t="42336" r="408" b="26277"/>
          <a:stretch/>
        </p:blipFill>
        <p:spPr>
          <a:xfrm>
            <a:off x="925607" y="3733240"/>
            <a:ext cx="9803020" cy="2131582"/>
          </a:xfrm>
          <a:prstGeom prst="rect">
            <a:avLst/>
          </a:prstGeom>
        </p:spPr>
      </p:pic>
    </p:spTree>
    <p:extLst>
      <p:ext uri="{BB962C8B-B14F-4D97-AF65-F5344CB8AC3E}">
        <p14:creationId xmlns:p14="http://schemas.microsoft.com/office/powerpoint/2010/main" val="3076143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926B-4E19-2810-D64F-AE8A0AAFF816}"/>
              </a:ext>
            </a:extLst>
          </p:cNvPr>
          <p:cNvSpPr>
            <a:spLocks noGrp="1"/>
          </p:cNvSpPr>
          <p:nvPr>
            <p:ph type="title"/>
          </p:nvPr>
        </p:nvSpPr>
        <p:spPr>
          <a:xfrm>
            <a:off x="1898156" y="923541"/>
            <a:ext cx="9683764" cy="5716800"/>
          </a:xfrm>
        </p:spPr>
        <p:txBody>
          <a:bodyPr/>
          <a:lstStyle/>
          <a:p>
            <a:r>
              <a:rPr lang="en-US" dirty="0">
                <a:solidFill>
                  <a:schemeClr val="bg1"/>
                </a:solidFill>
                <a:ea typeface="+mj-lt"/>
                <a:cs typeface="+mj-lt"/>
              </a:rPr>
              <a:t>LSTM</a:t>
            </a:r>
            <a:endParaRPr lang="en-US">
              <a:solidFill>
                <a:schemeClr val="bg1"/>
              </a:solidFill>
            </a:endParaRPr>
          </a:p>
          <a:p>
            <a:endParaRPr lang="en-US" dirty="0"/>
          </a:p>
        </p:txBody>
      </p:sp>
    </p:spTree>
    <p:extLst>
      <p:ext uri="{BB962C8B-B14F-4D97-AF65-F5344CB8AC3E}">
        <p14:creationId xmlns:p14="http://schemas.microsoft.com/office/powerpoint/2010/main" val="32841231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B1469314-B1DD-01FD-7FE9-D588729FD170}"/>
              </a:ext>
            </a:extLst>
          </p:cNvPr>
          <p:cNvPicPr>
            <a:picLocks noChangeAspect="1"/>
          </p:cNvPicPr>
          <p:nvPr/>
        </p:nvPicPr>
        <p:blipFill rotWithShape="1">
          <a:blip r:embed="rId2"/>
          <a:srcRect l="3975" t="23623" r="41896" b="6039"/>
          <a:stretch/>
        </p:blipFill>
        <p:spPr>
          <a:xfrm>
            <a:off x="1261783" y="573181"/>
            <a:ext cx="9994439" cy="5731731"/>
          </a:xfrm>
          <a:prstGeom prst="rect">
            <a:avLst/>
          </a:prstGeom>
        </p:spPr>
      </p:pic>
    </p:spTree>
    <p:extLst>
      <p:ext uri="{BB962C8B-B14F-4D97-AF65-F5344CB8AC3E}">
        <p14:creationId xmlns:p14="http://schemas.microsoft.com/office/powerpoint/2010/main" val="12369782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E54DFEAC-6D23-A7EC-8D0C-B076EDDBD95E}"/>
              </a:ext>
            </a:extLst>
          </p:cNvPr>
          <p:cNvPicPr>
            <a:picLocks noChangeAspect="1"/>
          </p:cNvPicPr>
          <p:nvPr/>
        </p:nvPicPr>
        <p:blipFill rotWithShape="1">
          <a:blip r:embed="rId2"/>
          <a:srcRect l="3337" t="24153" r="23804" b="19703"/>
          <a:stretch/>
        </p:blipFill>
        <p:spPr>
          <a:xfrm>
            <a:off x="1362636" y="472329"/>
            <a:ext cx="10318990" cy="5809056"/>
          </a:xfrm>
          <a:prstGeom prst="rect">
            <a:avLst/>
          </a:prstGeom>
        </p:spPr>
      </p:pic>
    </p:spTree>
    <p:extLst>
      <p:ext uri="{BB962C8B-B14F-4D97-AF65-F5344CB8AC3E}">
        <p14:creationId xmlns:p14="http://schemas.microsoft.com/office/powerpoint/2010/main" val="37160800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414AC-ADDC-1FF6-620E-158EB5B11E41}"/>
              </a:ext>
            </a:extLst>
          </p:cNvPr>
          <p:cNvSpPr>
            <a:spLocks noGrp="1"/>
          </p:cNvSpPr>
          <p:nvPr>
            <p:ph type="title"/>
          </p:nvPr>
        </p:nvSpPr>
        <p:spPr/>
        <p:txBody>
          <a:bodyPr/>
          <a:lstStyle/>
          <a:p>
            <a:r>
              <a:rPr lang="en-US" dirty="0">
                <a:solidFill>
                  <a:schemeClr val="bg1"/>
                </a:solidFill>
              </a:rPr>
              <a:t>Decision Tree</a:t>
            </a:r>
          </a:p>
          <a:p>
            <a:endParaRPr lang="en-US" dirty="0"/>
          </a:p>
        </p:txBody>
      </p:sp>
      <p:pic>
        <p:nvPicPr>
          <p:cNvPr id="4" name="Picture 4" descr="Graphical user interface, text, application&#10;&#10;Description automatically generated">
            <a:extLst>
              <a:ext uri="{FF2B5EF4-FFF2-40B4-BE49-F238E27FC236}">
                <a16:creationId xmlns:a16="http://schemas.microsoft.com/office/drawing/2014/main" id="{72125261-1196-95AC-8A82-0826482CE2D0}"/>
              </a:ext>
            </a:extLst>
          </p:cNvPr>
          <p:cNvPicPr>
            <a:picLocks noChangeAspect="1"/>
          </p:cNvPicPr>
          <p:nvPr/>
        </p:nvPicPr>
        <p:blipFill rotWithShape="1">
          <a:blip r:embed="rId2"/>
          <a:srcRect l="6367" t="23662" r="32601" b="5967"/>
          <a:stretch/>
        </p:blipFill>
        <p:spPr>
          <a:xfrm>
            <a:off x="1429872" y="1032623"/>
            <a:ext cx="9355549" cy="5160232"/>
          </a:xfrm>
          <a:prstGeom prst="rect">
            <a:avLst/>
          </a:prstGeom>
        </p:spPr>
      </p:pic>
    </p:spTree>
    <p:extLst>
      <p:ext uri="{BB962C8B-B14F-4D97-AF65-F5344CB8AC3E}">
        <p14:creationId xmlns:p14="http://schemas.microsoft.com/office/powerpoint/2010/main" val="3409191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Text&#10;&#10;Description automatically generated">
            <a:extLst>
              <a:ext uri="{FF2B5EF4-FFF2-40B4-BE49-F238E27FC236}">
                <a16:creationId xmlns:a16="http://schemas.microsoft.com/office/drawing/2014/main" id="{1F0457EB-5D86-597C-0E80-255ECCB77161}"/>
              </a:ext>
            </a:extLst>
          </p:cNvPr>
          <p:cNvPicPr>
            <a:picLocks noChangeAspect="1"/>
          </p:cNvPicPr>
          <p:nvPr/>
        </p:nvPicPr>
        <p:blipFill rotWithShape="1">
          <a:blip r:embed="rId2"/>
          <a:srcRect l="7060" t="24030" r="51620" b="14787"/>
          <a:stretch/>
        </p:blipFill>
        <p:spPr>
          <a:xfrm>
            <a:off x="1138519" y="237006"/>
            <a:ext cx="10297295" cy="6055981"/>
          </a:xfrm>
          <a:prstGeom prst="rect">
            <a:avLst/>
          </a:prstGeom>
        </p:spPr>
      </p:pic>
    </p:spTree>
    <p:extLst>
      <p:ext uri="{BB962C8B-B14F-4D97-AF65-F5344CB8AC3E}">
        <p14:creationId xmlns:p14="http://schemas.microsoft.com/office/powerpoint/2010/main" val="35771629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977A03BA-4009-ACF2-7744-865D8C23BCD6}"/>
              </a:ext>
            </a:extLst>
          </p:cNvPr>
          <p:cNvPicPr>
            <a:picLocks noChangeAspect="1"/>
          </p:cNvPicPr>
          <p:nvPr/>
        </p:nvPicPr>
        <p:blipFill rotWithShape="1">
          <a:blip r:embed="rId2"/>
          <a:srcRect l="4139" t="23496" r="53486" b="5451"/>
          <a:stretch/>
        </p:blipFill>
        <p:spPr>
          <a:xfrm>
            <a:off x="891990" y="595592"/>
            <a:ext cx="9815409" cy="5821429"/>
          </a:xfrm>
          <a:prstGeom prst="rect">
            <a:avLst/>
          </a:prstGeom>
        </p:spPr>
      </p:pic>
    </p:spTree>
    <p:extLst>
      <p:ext uri="{BB962C8B-B14F-4D97-AF65-F5344CB8AC3E}">
        <p14:creationId xmlns:p14="http://schemas.microsoft.com/office/powerpoint/2010/main" val="1726350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0304A793-CCA4-B994-5ED6-6EADA253AAF4}"/>
              </a:ext>
            </a:extLst>
          </p:cNvPr>
          <p:cNvPicPr>
            <a:picLocks noChangeAspect="1"/>
          </p:cNvPicPr>
          <p:nvPr/>
        </p:nvPicPr>
        <p:blipFill rotWithShape="1">
          <a:blip r:embed="rId2"/>
          <a:srcRect l="5233" t="29949" r="52325" b="7360"/>
          <a:stretch/>
        </p:blipFill>
        <p:spPr>
          <a:xfrm>
            <a:off x="1194549" y="80122"/>
            <a:ext cx="9669738" cy="4711389"/>
          </a:xfrm>
          <a:prstGeom prst="rect">
            <a:avLst/>
          </a:prstGeom>
        </p:spPr>
      </p:pic>
      <p:pic>
        <p:nvPicPr>
          <p:cNvPr id="5" name="Picture 5" descr="Graphical user interface, text, application&#10;&#10;Description automatically generated">
            <a:extLst>
              <a:ext uri="{FF2B5EF4-FFF2-40B4-BE49-F238E27FC236}">
                <a16:creationId xmlns:a16="http://schemas.microsoft.com/office/drawing/2014/main" id="{47D08238-0B88-ED24-8324-051F49786423}"/>
              </a:ext>
            </a:extLst>
          </p:cNvPr>
          <p:cNvPicPr>
            <a:picLocks noChangeAspect="1"/>
          </p:cNvPicPr>
          <p:nvPr/>
        </p:nvPicPr>
        <p:blipFill rotWithShape="1">
          <a:blip r:embed="rId3"/>
          <a:srcRect l="3265" t="50365" r="69388" b="27007"/>
          <a:stretch/>
        </p:blipFill>
        <p:spPr>
          <a:xfrm>
            <a:off x="1407460" y="4853828"/>
            <a:ext cx="9367506" cy="1525778"/>
          </a:xfrm>
          <a:prstGeom prst="rect">
            <a:avLst/>
          </a:prstGeom>
        </p:spPr>
      </p:pic>
    </p:spTree>
    <p:extLst>
      <p:ext uri="{BB962C8B-B14F-4D97-AF65-F5344CB8AC3E}">
        <p14:creationId xmlns:p14="http://schemas.microsoft.com/office/powerpoint/2010/main" val="3679067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A078B01A-3563-23CC-F9C2-C6A23AFE907B}"/>
              </a:ext>
            </a:extLst>
          </p:cNvPr>
          <p:cNvPicPr>
            <a:picLocks noChangeAspect="1"/>
          </p:cNvPicPr>
          <p:nvPr/>
        </p:nvPicPr>
        <p:blipFill rotWithShape="1">
          <a:blip r:embed="rId2"/>
          <a:srcRect l="4193" t="24910" r="13732" b="7885"/>
          <a:stretch/>
        </p:blipFill>
        <p:spPr>
          <a:xfrm>
            <a:off x="454960" y="505947"/>
            <a:ext cx="11271290" cy="5944394"/>
          </a:xfrm>
          <a:prstGeom prst="rect">
            <a:avLst/>
          </a:prstGeom>
        </p:spPr>
      </p:pic>
    </p:spTree>
    <p:extLst>
      <p:ext uri="{BB962C8B-B14F-4D97-AF65-F5344CB8AC3E}">
        <p14:creationId xmlns:p14="http://schemas.microsoft.com/office/powerpoint/2010/main" val="26133239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A2432-3BD0-BE38-05D6-8E766EEAAF3F}"/>
              </a:ext>
            </a:extLst>
          </p:cNvPr>
          <p:cNvSpPr>
            <a:spLocks noGrp="1"/>
          </p:cNvSpPr>
          <p:nvPr>
            <p:ph type="title"/>
          </p:nvPr>
        </p:nvSpPr>
        <p:spPr>
          <a:xfrm>
            <a:off x="609480" y="273600"/>
            <a:ext cx="10972440" cy="1693888"/>
          </a:xfrm>
        </p:spPr>
        <p:txBody>
          <a:bodyPr/>
          <a:lstStyle/>
          <a:p>
            <a:r>
              <a:rPr lang="en-US" dirty="0">
                <a:solidFill>
                  <a:schemeClr val="bg1"/>
                </a:solidFill>
                <a:cs typeface="Arial"/>
              </a:rPr>
              <a:t>Results and Discussions</a:t>
            </a:r>
            <a:endParaRPr lang="en-US" dirty="0">
              <a:solidFill>
                <a:schemeClr val="bg1"/>
              </a:solidFill>
            </a:endParaRPr>
          </a:p>
        </p:txBody>
      </p:sp>
      <p:sp>
        <p:nvSpPr>
          <p:cNvPr id="3" name="Subtitle 2">
            <a:extLst>
              <a:ext uri="{FF2B5EF4-FFF2-40B4-BE49-F238E27FC236}">
                <a16:creationId xmlns:a16="http://schemas.microsoft.com/office/drawing/2014/main" id="{F44D4CF4-F9AB-CC8C-9A37-6805DEED3C1A}"/>
              </a:ext>
            </a:extLst>
          </p:cNvPr>
          <p:cNvSpPr>
            <a:spLocks noGrp="1"/>
          </p:cNvSpPr>
          <p:nvPr>
            <p:ph type="subTitle"/>
          </p:nvPr>
        </p:nvSpPr>
        <p:spPr>
          <a:xfrm>
            <a:off x="956862" y="1604520"/>
            <a:ext cx="10625058" cy="4593603"/>
          </a:xfrm>
        </p:spPr>
        <p:txBody>
          <a:bodyPr/>
          <a:lstStyle/>
          <a:p>
            <a:r>
              <a:rPr lang="en-US" sz="2400" dirty="0">
                <a:solidFill>
                  <a:schemeClr val="bg1"/>
                </a:solidFill>
                <a:latin typeface="Times New Roman"/>
                <a:ea typeface="+mj-lt"/>
                <a:cs typeface="+mj-lt"/>
              </a:rPr>
              <a:t>Bi - LSTM for Named Entity Recognition (NER)</a:t>
            </a:r>
          </a:p>
          <a:p>
            <a:pPr>
              <a:buNone/>
            </a:pPr>
            <a:r>
              <a:rPr lang="en-US" sz="2400" dirty="0">
                <a:solidFill>
                  <a:schemeClr val="bg1"/>
                </a:solidFill>
                <a:latin typeface="Times New Roman"/>
                <a:ea typeface="+mj-lt"/>
                <a:cs typeface="+mj-lt"/>
              </a:rPr>
              <a:t>Accuracy and validation accuracy are increasing as the epoch number increases. This shows that the model is working well. Loss and validation loss are decreasing from 1.7627 to 1.2389.</a:t>
            </a:r>
          </a:p>
          <a:p>
            <a:endParaRPr lang="en-US" sz="2400" dirty="0">
              <a:solidFill>
                <a:schemeClr val="bg1"/>
              </a:solidFill>
              <a:latin typeface="Times New Roman"/>
            </a:endParaRPr>
          </a:p>
          <a:p>
            <a:endParaRPr lang="en-US" sz="2400" dirty="0">
              <a:solidFill>
                <a:schemeClr val="bg1"/>
              </a:solidFill>
              <a:latin typeface="Times New Roman"/>
            </a:endParaRPr>
          </a:p>
          <a:p>
            <a:r>
              <a:rPr lang="en-US" sz="2400" dirty="0">
                <a:solidFill>
                  <a:schemeClr val="bg1"/>
                </a:solidFill>
                <a:latin typeface="Times New Roman"/>
                <a:ea typeface="+mj-lt"/>
                <a:cs typeface="+mj-lt"/>
              </a:rPr>
              <a:t>  Decision Tree</a:t>
            </a:r>
          </a:p>
          <a:p>
            <a:pPr>
              <a:buNone/>
            </a:pPr>
            <a:r>
              <a:rPr lang="en-US" sz="2400" dirty="0">
                <a:solidFill>
                  <a:schemeClr val="bg1"/>
                </a:solidFill>
                <a:latin typeface="Times New Roman"/>
                <a:ea typeface="+mj-lt"/>
                <a:cs typeface="+mj-lt"/>
              </a:rPr>
              <a:t>Decision tree classifies the tokens to the 7 tags and checks the accuracy of the model. The F1 score accuracy is 90%.</a:t>
            </a:r>
          </a:p>
          <a:p>
            <a:endParaRPr lang="en-US" sz="2000" dirty="0">
              <a:solidFill>
                <a:schemeClr val="bg1"/>
              </a:solidFill>
              <a:latin typeface="Times New Roman"/>
              <a:cs typeface="Arial"/>
            </a:endParaRPr>
          </a:p>
        </p:txBody>
      </p:sp>
    </p:spTree>
    <p:extLst>
      <p:ext uri="{BB962C8B-B14F-4D97-AF65-F5344CB8AC3E}">
        <p14:creationId xmlns:p14="http://schemas.microsoft.com/office/powerpoint/2010/main" val="20803794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6BC2-3D0A-A437-2355-942F2B3F6091}"/>
              </a:ext>
            </a:extLst>
          </p:cNvPr>
          <p:cNvSpPr>
            <a:spLocks noGrp="1"/>
          </p:cNvSpPr>
          <p:nvPr>
            <p:ph type="title"/>
          </p:nvPr>
        </p:nvSpPr>
        <p:spPr/>
        <p:txBody>
          <a:bodyPr/>
          <a:lstStyle/>
          <a:p>
            <a:r>
              <a:rPr lang="en-US" dirty="0">
                <a:solidFill>
                  <a:schemeClr val="bg1"/>
                </a:solidFill>
                <a:cs typeface="Arial"/>
              </a:rPr>
              <a:t>Analysis and findings</a:t>
            </a:r>
            <a:endParaRPr lang="en-US">
              <a:solidFill>
                <a:schemeClr val="bg1"/>
              </a:solidFill>
            </a:endParaRPr>
          </a:p>
        </p:txBody>
      </p:sp>
      <p:sp>
        <p:nvSpPr>
          <p:cNvPr id="3" name="Subtitle 2">
            <a:extLst>
              <a:ext uri="{FF2B5EF4-FFF2-40B4-BE49-F238E27FC236}">
                <a16:creationId xmlns:a16="http://schemas.microsoft.com/office/drawing/2014/main" id="{5BBAD925-7274-A53A-C228-BBEF296C94E2}"/>
              </a:ext>
            </a:extLst>
          </p:cNvPr>
          <p:cNvSpPr>
            <a:spLocks noGrp="1"/>
          </p:cNvSpPr>
          <p:nvPr>
            <p:ph type="subTitle"/>
          </p:nvPr>
        </p:nvSpPr>
        <p:spPr/>
        <p:txBody>
          <a:bodyPr/>
          <a:lstStyle/>
          <a:p>
            <a:r>
              <a:rPr lang="en-US" dirty="0">
                <a:solidFill>
                  <a:schemeClr val="bg1"/>
                </a:solidFill>
                <a:ea typeface="+mn-lt"/>
                <a:cs typeface="+mn-lt"/>
              </a:rPr>
              <a:t>Analysis and findings</a:t>
            </a:r>
            <a:endParaRPr lang="en-US" dirty="0">
              <a:solidFill>
                <a:schemeClr val="bg1"/>
              </a:solidFill>
            </a:endParaRPr>
          </a:p>
        </p:txBody>
      </p:sp>
      <p:sp>
        <p:nvSpPr>
          <p:cNvPr id="4" name="TextBox 3">
            <a:extLst>
              <a:ext uri="{FF2B5EF4-FFF2-40B4-BE49-F238E27FC236}">
                <a16:creationId xmlns:a16="http://schemas.microsoft.com/office/drawing/2014/main" id="{0AF24FD9-B372-F42B-AD4A-3FE795539F2B}"/>
              </a:ext>
            </a:extLst>
          </p:cNvPr>
          <p:cNvSpPr txBox="1"/>
          <p:nvPr/>
        </p:nvSpPr>
        <p:spPr>
          <a:xfrm>
            <a:off x="711573" y="1888191"/>
            <a:ext cx="10972238" cy="513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200" dirty="0">
                <a:solidFill>
                  <a:schemeClr val="bg1"/>
                </a:solidFill>
                <a:latin typeface="Times New Roman"/>
                <a:ea typeface="+mn-lt"/>
                <a:cs typeface="+mn-lt"/>
              </a:rPr>
              <a:t>Sentence segmentation</a:t>
            </a:r>
            <a:endParaRPr lang="en-US" sz="2200">
              <a:solidFill>
                <a:schemeClr val="bg1"/>
              </a:solidFill>
              <a:latin typeface="Times New Roman"/>
            </a:endParaRPr>
          </a:p>
          <a:p>
            <a:r>
              <a:rPr lang="en-US" sz="2200" dirty="0">
                <a:solidFill>
                  <a:schemeClr val="bg1"/>
                </a:solidFill>
                <a:latin typeface="Times New Roman"/>
                <a:ea typeface="+mn-lt"/>
                <a:cs typeface="+mn-lt"/>
              </a:rPr>
              <a:t>The sentences are segmented into words when a punctuation is encountered.</a:t>
            </a:r>
            <a:endParaRPr lang="en-US" sz="2200">
              <a:solidFill>
                <a:schemeClr val="bg1"/>
              </a:solidFill>
              <a:latin typeface="Times New Roman"/>
            </a:endParaRPr>
          </a:p>
          <a:p>
            <a:pPr marL="342900" indent="-342900">
              <a:buFont typeface="Arial"/>
              <a:buChar char="•"/>
            </a:pPr>
            <a:r>
              <a:rPr lang="en-US" sz="2200" dirty="0">
                <a:solidFill>
                  <a:schemeClr val="bg1"/>
                </a:solidFill>
                <a:latin typeface="Times New Roman"/>
                <a:ea typeface="+mn-lt"/>
                <a:cs typeface="+mn-lt"/>
              </a:rPr>
              <a:t>Tokenization</a:t>
            </a:r>
            <a:endParaRPr lang="en-US" sz="2200">
              <a:solidFill>
                <a:schemeClr val="bg1"/>
              </a:solidFill>
              <a:latin typeface="Times New Roman"/>
            </a:endParaRPr>
          </a:p>
          <a:p>
            <a:r>
              <a:rPr lang="en-US" sz="2200" dirty="0">
                <a:solidFill>
                  <a:schemeClr val="bg1"/>
                </a:solidFill>
                <a:latin typeface="Times New Roman"/>
                <a:ea typeface="+mn-lt"/>
                <a:cs typeface="+mn-lt"/>
              </a:rPr>
              <a:t>The paragraphs and sentences are split into smaller units (words) that can be more easily assigned meaning. The keywords were generated. The stop words in Hindi were dropped and the punctuations were removed.</a:t>
            </a:r>
            <a:endParaRPr lang="en-US" sz="2200">
              <a:solidFill>
                <a:schemeClr val="bg1"/>
              </a:solidFill>
              <a:latin typeface="Times New Roman"/>
            </a:endParaRPr>
          </a:p>
          <a:p>
            <a:pPr marL="342900" indent="-342900">
              <a:buFont typeface="Arial"/>
              <a:buChar char="•"/>
            </a:pPr>
            <a:r>
              <a:rPr lang="en-US" sz="2200" dirty="0">
                <a:solidFill>
                  <a:schemeClr val="bg1"/>
                </a:solidFill>
                <a:latin typeface="Times New Roman"/>
                <a:ea typeface="+mn-lt"/>
                <a:cs typeface="+mn-lt"/>
              </a:rPr>
              <a:t>Parts of Speech Tagging (</a:t>
            </a:r>
            <a:r>
              <a:rPr lang="en-US" sz="2200" dirty="0" err="1">
                <a:solidFill>
                  <a:schemeClr val="bg1"/>
                </a:solidFill>
                <a:latin typeface="Times New Roman"/>
                <a:ea typeface="+mn-lt"/>
                <a:cs typeface="+mn-lt"/>
              </a:rPr>
              <a:t>PoS</a:t>
            </a:r>
            <a:r>
              <a:rPr lang="en-US" sz="2200" dirty="0">
                <a:solidFill>
                  <a:schemeClr val="bg1"/>
                </a:solidFill>
                <a:latin typeface="Times New Roman"/>
                <a:ea typeface="+mn-lt"/>
                <a:cs typeface="+mn-lt"/>
              </a:rPr>
              <a:t>)</a:t>
            </a:r>
            <a:endParaRPr lang="en-US" sz="2200">
              <a:solidFill>
                <a:schemeClr val="bg1"/>
              </a:solidFill>
              <a:latin typeface="Times New Roman"/>
            </a:endParaRPr>
          </a:p>
          <a:p>
            <a:r>
              <a:rPr lang="en-US" sz="2200" dirty="0" err="1">
                <a:solidFill>
                  <a:schemeClr val="bg1"/>
                </a:solidFill>
                <a:latin typeface="Times New Roman"/>
                <a:ea typeface="+mn-lt"/>
                <a:cs typeface="+mn-lt"/>
              </a:rPr>
              <a:t>PoS</a:t>
            </a:r>
            <a:r>
              <a:rPr lang="en-US" sz="2200" dirty="0">
                <a:solidFill>
                  <a:schemeClr val="bg1"/>
                </a:solidFill>
                <a:latin typeface="Times New Roman"/>
                <a:ea typeface="+mn-lt"/>
                <a:cs typeface="+mn-lt"/>
              </a:rPr>
              <a:t> tagging converts a word to a list of tuple (word, tag). Since it was a Hindi dataset, there were unknown tags. It was handled using google translate.</a:t>
            </a:r>
            <a:endParaRPr lang="en-US" sz="2200">
              <a:solidFill>
                <a:schemeClr val="bg1"/>
              </a:solidFill>
              <a:latin typeface="Times New Roman"/>
            </a:endParaRPr>
          </a:p>
          <a:p>
            <a:pPr marL="342900" indent="-342900">
              <a:buFont typeface="Arial"/>
              <a:buChar char="•"/>
            </a:pPr>
            <a:r>
              <a:rPr lang="en-US" sz="2200" dirty="0">
                <a:solidFill>
                  <a:schemeClr val="bg1"/>
                </a:solidFill>
                <a:latin typeface="Times New Roman"/>
                <a:ea typeface="+mn-lt"/>
                <a:cs typeface="+mn-lt"/>
              </a:rPr>
              <a:t>Named Entity Recognition (NER)</a:t>
            </a:r>
            <a:endParaRPr lang="en-US" sz="2200">
              <a:solidFill>
                <a:schemeClr val="bg1"/>
              </a:solidFill>
              <a:latin typeface="Times New Roman"/>
            </a:endParaRPr>
          </a:p>
          <a:p>
            <a:pPr marL="342900" indent="-342900">
              <a:buFont typeface="Arial"/>
              <a:buChar char="•"/>
            </a:pPr>
            <a:r>
              <a:rPr lang="en-US" sz="2200" dirty="0">
                <a:solidFill>
                  <a:schemeClr val="bg1"/>
                </a:solidFill>
                <a:latin typeface="Times New Roman"/>
                <a:ea typeface="+mn-lt"/>
                <a:cs typeface="+mn-lt"/>
              </a:rPr>
              <a:t>BIO Tagging</a:t>
            </a:r>
            <a:endParaRPr lang="en-US" sz="2200">
              <a:solidFill>
                <a:schemeClr val="bg1"/>
              </a:solidFill>
              <a:latin typeface="Times New Roman"/>
            </a:endParaRPr>
          </a:p>
          <a:p>
            <a:r>
              <a:rPr lang="en-US" sz="2200" dirty="0">
                <a:solidFill>
                  <a:schemeClr val="bg1"/>
                </a:solidFill>
                <a:latin typeface="Times New Roman"/>
                <a:ea typeface="+mn-lt"/>
                <a:cs typeface="+mn-lt"/>
              </a:rPr>
              <a:t>Each token is tagged to one of the seven standard NLP BIO – Beginner, Inside, Outside - tags (I - Location, B - Organization, I - Person, O, B - Person, I - Organization, B – Location). Using the BIO tags, numeric feature is extracted. It is then converted to numeric feature vectors. </a:t>
            </a:r>
            <a:endParaRPr lang="en-US" sz="2200" dirty="0">
              <a:solidFill>
                <a:schemeClr val="bg1"/>
              </a:solidFill>
              <a:latin typeface="Times New Roman"/>
            </a:endParaRPr>
          </a:p>
          <a:p>
            <a:pPr algn="l"/>
            <a:endParaRPr lang="en-US" sz="2000" dirty="0">
              <a:solidFill>
                <a:schemeClr val="bg1"/>
              </a:solidFill>
              <a:latin typeface="Times New Roman"/>
            </a:endParaRPr>
          </a:p>
        </p:txBody>
      </p:sp>
    </p:spTree>
    <p:extLst>
      <p:ext uri="{BB962C8B-B14F-4D97-AF65-F5344CB8AC3E}">
        <p14:creationId xmlns:p14="http://schemas.microsoft.com/office/powerpoint/2010/main" val="2004875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A0A6-9C08-2812-2EE3-1DF241EFD8AB}"/>
              </a:ext>
            </a:extLst>
          </p:cNvPr>
          <p:cNvSpPr>
            <a:spLocks noGrp="1"/>
          </p:cNvSpPr>
          <p:nvPr>
            <p:ph type="title"/>
          </p:nvPr>
        </p:nvSpPr>
        <p:spPr>
          <a:xfrm>
            <a:off x="609480" y="471522"/>
            <a:ext cx="10972440" cy="1293241"/>
          </a:xfrm>
        </p:spPr>
        <p:txBody>
          <a:bodyPr/>
          <a:lstStyle/>
          <a:p>
            <a:pPr algn="ctr"/>
            <a:r>
              <a:rPr lang="en-US" sz="4400" dirty="0">
                <a:solidFill>
                  <a:schemeClr val="bg1"/>
                </a:solidFill>
                <a:latin typeface="Times New Roman"/>
                <a:cs typeface="Times New Roman"/>
              </a:rPr>
              <a:t>Plan for</a:t>
            </a:r>
            <a:r>
              <a:rPr lang="en-US" dirty="0">
                <a:solidFill>
                  <a:schemeClr val="bg1"/>
                </a:solidFill>
                <a:latin typeface="Times New Roman"/>
                <a:cs typeface="Times New Roman"/>
              </a:rPr>
              <a:t> </a:t>
            </a:r>
            <a:r>
              <a:rPr lang="en-US" sz="4400" dirty="0">
                <a:solidFill>
                  <a:schemeClr val="bg1"/>
                </a:solidFill>
                <a:latin typeface="Times New Roman"/>
                <a:cs typeface="Times New Roman"/>
              </a:rPr>
              <a:t>Phase</a:t>
            </a:r>
            <a:r>
              <a:rPr lang="en-US" dirty="0">
                <a:solidFill>
                  <a:schemeClr val="bg1"/>
                </a:solidFill>
                <a:latin typeface="Times New Roman"/>
                <a:cs typeface="Times New Roman"/>
              </a:rPr>
              <a:t> II</a:t>
            </a:r>
            <a:endParaRPr lang="en-IN" dirty="0">
              <a:solidFill>
                <a:schemeClr val="bg1"/>
              </a:solidFill>
              <a:latin typeface="Arial"/>
              <a:cs typeface="Times New Roman"/>
            </a:endParaRPr>
          </a:p>
        </p:txBody>
      </p:sp>
      <p:sp>
        <p:nvSpPr>
          <p:cNvPr id="3" name="Subtitle 2">
            <a:extLst>
              <a:ext uri="{FF2B5EF4-FFF2-40B4-BE49-F238E27FC236}">
                <a16:creationId xmlns:a16="http://schemas.microsoft.com/office/drawing/2014/main" id="{A67E20DE-A930-0B48-E0F9-33BB7B26E6F5}"/>
              </a:ext>
            </a:extLst>
          </p:cNvPr>
          <p:cNvSpPr>
            <a:spLocks noGrp="1"/>
          </p:cNvSpPr>
          <p:nvPr>
            <p:ph type="subTitle"/>
          </p:nvPr>
        </p:nvSpPr>
        <p:spPr>
          <a:xfrm>
            <a:off x="1308996" y="1864357"/>
            <a:ext cx="10263028" cy="2693857"/>
          </a:xfrm>
        </p:spPr>
        <p:txBody>
          <a:bodyPr/>
          <a:lstStyle/>
          <a:p>
            <a:pPr algn="ctr">
              <a:lnSpc>
                <a:spcPct val="150000"/>
              </a:lnSpc>
            </a:pPr>
            <a:r>
              <a:rPr lang="en-IN" sz="4000" dirty="0">
                <a:solidFill>
                  <a:schemeClr val="bg1"/>
                </a:solidFill>
                <a:latin typeface="Times New Roman"/>
                <a:cs typeface="Times New Roman"/>
              </a:rPr>
              <a:t>Implementation of GP GNN </a:t>
            </a:r>
            <a:endParaRPr lang="en-IN" sz="4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92800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8416-F89B-369C-0B97-7E2FE2B1E35A}"/>
              </a:ext>
            </a:extLst>
          </p:cNvPr>
          <p:cNvSpPr>
            <a:spLocks noGrp="1"/>
          </p:cNvSpPr>
          <p:nvPr>
            <p:ph type="title"/>
          </p:nvPr>
        </p:nvSpPr>
        <p:spPr>
          <a:xfrm>
            <a:off x="308090" y="240355"/>
            <a:ext cx="10972440" cy="1045176"/>
          </a:xfrm>
        </p:spPr>
        <p:txBody>
          <a:bodyPr/>
          <a:lstStyle/>
          <a:p>
            <a:pPr algn="ctr"/>
            <a:r>
              <a:rPr lang="en-IN" sz="4800" dirty="0">
                <a:solidFill>
                  <a:schemeClr val="bg1"/>
                </a:solidFill>
                <a:latin typeface="Times New Roman" panose="02020603050405020304" pitchFamily="18" charset="0"/>
                <a:cs typeface="Times New Roman" panose="02020603050405020304" pitchFamily="18" charset="0"/>
              </a:rPr>
              <a:t>TIMELINE</a:t>
            </a:r>
          </a:p>
        </p:txBody>
      </p:sp>
      <p:pic>
        <p:nvPicPr>
          <p:cNvPr id="3" name="Picture 3" descr="Diagram, timeline&#10;&#10;Description automatically generated">
            <a:extLst>
              <a:ext uri="{FF2B5EF4-FFF2-40B4-BE49-F238E27FC236}">
                <a16:creationId xmlns:a16="http://schemas.microsoft.com/office/drawing/2014/main" id="{FBCF25A7-BCC9-8260-D4BF-91F4C009DB56}"/>
              </a:ext>
            </a:extLst>
          </p:cNvPr>
          <p:cNvPicPr>
            <a:picLocks noChangeAspect="1"/>
          </p:cNvPicPr>
          <p:nvPr/>
        </p:nvPicPr>
        <p:blipFill>
          <a:blip r:embed="rId2"/>
          <a:stretch>
            <a:fillRect/>
          </a:stretch>
        </p:blipFill>
        <p:spPr>
          <a:xfrm>
            <a:off x="1151907" y="1359161"/>
            <a:ext cx="10076211" cy="4753237"/>
          </a:xfrm>
          <a:prstGeom prst="rect">
            <a:avLst/>
          </a:prstGeom>
        </p:spPr>
      </p:pic>
    </p:spTree>
    <p:extLst>
      <p:ext uri="{BB962C8B-B14F-4D97-AF65-F5344CB8AC3E}">
        <p14:creationId xmlns:p14="http://schemas.microsoft.com/office/powerpoint/2010/main" val="22732171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A48D1-4C82-5E8F-15FB-A265536E2976}"/>
              </a:ext>
            </a:extLst>
          </p:cNvPr>
          <p:cNvSpPr>
            <a:spLocks noGrp="1"/>
          </p:cNvSpPr>
          <p:nvPr>
            <p:ph type="title"/>
          </p:nvPr>
        </p:nvSpPr>
        <p:spPr>
          <a:xfrm>
            <a:off x="979714" y="320253"/>
            <a:ext cx="9246636" cy="1144800"/>
          </a:xfrm>
        </p:spPr>
        <p:txBody>
          <a:bodyPr/>
          <a:lstStyle/>
          <a:p>
            <a:pPr algn="ctr"/>
            <a:r>
              <a:rPr lang="en-IN" sz="4400" b="1" cap="all" spc="-1" dirty="0">
                <a:solidFill>
                  <a:srgbClr val="E798B0"/>
                </a:solidFill>
                <a:latin typeface="Times New Roman" panose="02020603050405020304" pitchFamily="18" charset="0"/>
                <a:cs typeface="Times New Roman" panose="02020603050405020304" pitchFamily="18" charset="0"/>
              </a:rPr>
              <a:t>conclusion</a:t>
            </a:r>
            <a:endParaRPr lang="en-IN" b="1" dirty="0">
              <a:solidFill>
                <a:schemeClr val="accent4"/>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D1D586-B62D-8DE3-D051-399536025B78}"/>
              </a:ext>
            </a:extLst>
          </p:cNvPr>
          <p:cNvSpPr>
            <a:spLocks noGrp="1"/>
          </p:cNvSpPr>
          <p:nvPr>
            <p:ph type="subTitle"/>
          </p:nvPr>
        </p:nvSpPr>
        <p:spPr>
          <a:xfrm>
            <a:off x="688137" y="1095795"/>
            <a:ext cx="11090907" cy="5441952"/>
          </a:xfrm>
        </p:spPr>
        <p:txBody>
          <a:bodyPr/>
          <a:lstStyle/>
          <a:p>
            <a:pPr marL="285750" indent="-285750" algn="l">
              <a:lnSpc>
                <a:spcPct val="150000"/>
              </a:lnSpc>
              <a:buFont typeface="Arial" panose="020B0604020202020204" pitchFamily="34" charset="0"/>
              <a:buChar char="•"/>
            </a:pPr>
            <a:r>
              <a:rPr lang="en-US" sz="1800" b="0" i="0" dirty="0">
                <a:solidFill>
                  <a:srgbClr val="FFFFFF"/>
                </a:solidFill>
                <a:effectLst/>
                <a:latin typeface="Times New Roman" panose="02020603050405020304" pitchFamily="18" charset="0"/>
                <a:cs typeface="Times New Roman" panose="02020603050405020304" pitchFamily="18" charset="0"/>
              </a:rPr>
              <a:t>Most existing GNNs can only process multi-hop relational reasoning on pre-defined graphs and cannot be directly applied in natural language relational reasoning.</a:t>
            </a:r>
            <a:endParaRPr lang="en-US" sz="1800" dirty="0">
              <a:solidFill>
                <a:srgbClr val="FFFFFF"/>
              </a:solidFill>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sz="1800" b="0" i="0" dirty="0">
                <a:solidFill>
                  <a:srgbClr val="FFFFFF"/>
                </a:solidFill>
                <a:effectLst/>
                <a:latin typeface="Times New Roman" panose="02020603050405020304" pitchFamily="18" charset="0"/>
                <a:cs typeface="Times New Roman" panose="02020603050405020304" pitchFamily="18" charset="0"/>
              </a:rPr>
              <a:t>So we conclude that graph neural networks with generated parameters (GP-GNNs) is one of the most effective approaches for multi-hop relational reasoning in relation extraction which enables GNNs to process relational reasoning on unstructured text inputs.</a:t>
            </a:r>
          </a:p>
          <a:p>
            <a:pPr marL="285750" indent="-285750" algn="l">
              <a:lnSpc>
                <a:spcPct val="150000"/>
              </a:lnSpc>
              <a:buFont typeface="Arial" panose="020B0604020202020204" pitchFamily="34" charset="0"/>
              <a:buChar char="•"/>
            </a:pPr>
            <a:r>
              <a:rPr lang="en-US" sz="1800" b="0" i="0" dirty="0">
                <a:solidFill>
                  <a:srgbClr val="FFFFFF"/>
                </a:solidFill>
                <a:effectLst/>
                <a:latin typeface="Times New Roman" panose="02020603050405020304" pitchFamily="18" charset="0"/>
                <a:cs typeface="Times New Roman" panose="02020603050405020304" pitchFamily="18" charset="0"/>
              </a:rPr>
              <a:t>Our proposed model, GP-GNN, solves the relational message-passing task by encoding natural language as parameters and performing propagation from layer to layer. It can be considered as a more generic framework for graph generation problem with unstructured input other than text. </a:t>
            </a:r>
            <a:endParaRPr lang="en-US" sz="1800" dirty="0">
              <a:solidFill>
                <a:srgbClr val="FFFFFF"/>
              </a:solidFill>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sz="1800" b="0" i="0" dirty="0">
                <a:solidFill>
                  <a:srgbClr val="FFFFFF"/>
                </a:solidFill>
                <a:effectLst/>
                <a:latin typeface="Times New Roman" panose="02020603050405020304" pitchFamily="18" charset="0"/>
                <a:cs typeface="Times New Roman" panose="02020603050405020304" pitchFamily="18" charset="0"/>
              </a:rPr>
              <a:t>We demonstrated its effectiveness in predicting the relationship between entities in natural language and bag-level.</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8557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Title 1"/>
          <p:cNvSpPr/>
          <p:nvPr/>
        </p:nvSpPr>
        <p:spPr>
          <a:xfrm>
            <a:off x="777665" y="382554"/>
            <a:ext cx="9290066" cy="11949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90000"/>
              </a:lnSpc>
            </a:pPr>
            <a:r>
              <a:rPr lang="en-IN" sz="4400" b="1" strike="noStrike" cap="all" spc="-1" dirty="0">
                <a:solidFill>
                  <a:srgbClr val="E798B0"/>
                </a:solidFill>
                <a:latin typeface="Times New Roman" panose="02020603050405020304" pitchFamily="18" charset="0"/>
                <a:ea typeface="DejaVu Sans"/>
                <a:cs typeface="Times New Roman" panose="02020603050405020304" pitchFamily="18" charset="0"/>
              </a:rPr>
              <a:t>REFERENCE</a:t>
            </a:r>
            <a:r>
              <a:rPr lang="en-IN" sz="3600" b="0" strike="noStrike" cap="all" spc="-1" dirty="0">
                <a:solidFill>
                  <a:srgbClr val="FFFFFF"/>
                </a:solidFill>
                <a:latin typeface="Tw Cen MT"/>
                <a:ea typeface="DejaVu Sans"/>
              </a:rPr>
              <a:t> </a:t>
            </a:r>
            <a:endParaRPr lang="en-US" sz="3600" b="0" strike="noStrike" spc="-1" dirty="0">
              <a:latin typeface="Arial"/>
            </a:endParaRPr>
          </a:p>
        </p:txBody>
      </p:sp>
      <p:sp>
        <p:nvSpPr>
          <p:cNvPr id="327" name="Content Placeholder 2"/>
          <p:cNvSpPr/>
          <p:nvPr/>
        </p:nvSpPr>
        <p:spPr>
          <a:xfrm>
            <a:off x="1141560" y="1715584"/>
            <a:ext cx="10578240" cy="43493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228600" indent="-228240">
              <a:lnSpc>
                <a:spcPct val="120000"/>
              </a:lnSpc>
              <a:spcBef>
                <a:spcPts val="1001"/>
              </a:spcBef>
              <a:buClr>
                <a:srgbClr val="FFFFFF"/>
              </a:buClr>
              <a:buSzPct val="125000"/>
              <a:buFont typeface="Arial"/>
              <a:buChar char="•"/>
            </a:pPr>
            <a:r>
              <a:rPr lang="en-IN" sz="2000" b="0" u="sng" strike="noStrike" spc="-1" dirty="0">
                <a:solidFill>
                  <a:schemeClr val="bg1">
                    <a:lumMod val="75000"/>
                  </a:schemeClr>
                </a:solidFill>
                <a:uFillTx/>
                <a:latin typeface="Times New Roman" panose="02020603050405020304" pitchFamily="18" charset="0"/>
                <a:ea typeface="DejaVu Sans"/>
                <a:cs typeface="Times New Roman" panose="02020603050405020304" pitchFamily="18" charset="0"/>
                <a:hlinkClick r:id="rId2">
                  <a:extLst>
                    <a:ext uri="{A12FA001-AC4F-418D-AE19-62706E023703}">
                      <ahyp:hlinkClr xmlns:ahyp="http://schemas.microsoft.com/office/drawing/2018/hyperlinkcolor" val="tx"/>
                    </a:ext>
                  </a:extLst>
                </a:hlinkClick>
              </a:rPr>
              <a:t>https://developpaper.com/in-this-paper-graph-neural-network-is-applied-to-named-entity-recognition-and-relation-extraction-of-semi-structured-documents/</a:t>
            </a:r>
            <a:endParaRPr lang="en-US" sz="2000" b="0" strike="noStrike" spc="-1" dirty="0">
              <a:solidFill>
                <a:schemeClr val="bg1">
                  <a:lumMod val="75000"/>
                </a:schemeClr>
              </a:solidFill>
              <a:latin typeface="Times New Roman" panose="02020603050405020304" pitchFamily="18" charset="0"/>
              <a:cs typeface="Times New Roman" panose="02020603050405020304" pitchFamily="18" charset="0"/>
            </a:endParaRPr>
          </a:p>
          <a:p>
            <a:pPr marL="228600" indent="-228240">
              <a:lnSpc>
                <a:spcPct val="120000"/>
              </a:lnSpc>
              <a:spcBef>
                <a:spcPts val="1001"/>
              </a:spcBef>
              <a:buClr>
                <a:srgbClr val="FFFFFF"/>
              </a:buClr>
              <a:buSzPct val="125000"/>
              <a:buFont typeface="Arial"/>
              <a:buChar char="•"/>
            </a:pPr>
            <a:r>
              <a:rPr lang="en-IN" sz="2000" b="0" u="sng" strike="noStrike" spc="-1" dirty="0">
                <a:solidFill>
                  <a:schemeClr val="bg1">
                    <a:lumMod val="75000"/>
                  </a:schemeClr>
                </a:solidFill>
                <a:uFillTx/>
                <a:latin typeface="Times New Roman" panose="02020603050405020304" pitchFamily="18" charset="0"/>
                <a:ea typeface="DejaVu Sans"/>
                <a:cs typeface="Times New Roman" panose="02020603050405020304" pitchFamily="18" charset="0"/>
                <a:hlinkClick r:id="rId3">
                  <a:extLst>
                    <a:ext uri="{A12FA001-AC4F-418D-AE19-62706E023703}">
                      <ahyp:hlinkClr xmlns:ahyp="http://schemas.microsoft.com/office/drawing/2018/hyperlinkcolor" val="tx"/>
                    </a:ext>
                  </a:extLst>
                </a:hlinkClick>
              </a:rPr>
              <a:t>https://www.researchgate.net/figure/The-taxonomy-of-Information-Extraction-b-Semi-Structured-Data-Semi-structure-means-that_fig1_224351589</a:t>
            </a:r>
            <a:endParaRPr lang="en-US" sz="2000" b="0" strike="noStrike" spc="-1" dirty="0">
              <a:solidFill>
                <a:schemeClr val="bg1">
                  <a:lumMod val="75000"/>
                </a:schemeClr>
              </a:solidFill>
              <a:latin typeface="Times New Roman" panose="02020603050405020304" pitchFamily="18" charset="0"/>
              <a:cs typeface="Times New Roman" panose="02020603050405020304" pitchFamily="18" charset="0"/>
            </a:endParaRPr>
          </a:p>
          <a:p>
            <a:pPr marL="228600" indent="-228240">
              <a:lnSpc>
                <a:spcPct val="120000"/>
              </a:lnSpc>
              <a:spcBef>
                <a:spcPts val="1001"/>
              </a:spcBef>
              <a:buClr>
                <a:srgbClr val="FFFFFF"/>
              </a:buClr>
              <a:buSzPct val="125000"/>
              <a:buFont typeface="Arial"/>
              <a:buChar char="•"/>
            </a:pPr>
            <a:r>
              <a:rPr lang="en-IN" sz="2000" b="0" u="sng" strike="noStrike" spc="-1" dirty="0">
                <a:solidFill>
                  <a:schemeClr val="bg1">
                    <a:lumMod val="75000"/>
                  </a:schemeClr>
                </a:solidFill>
                <a:uFillTx/>
                <a:latin typeface="Times New Roman" panose="02020603050405020304" pitchFamily="18" charset="0"/>
                <a:ea typeface="DejaVu Sans"/>
                <a:cs typeface="Times New Roman" panose="02020603050405020304" pitchFamily="18" charset="0"/>
                <a:hlinkClick r:id="rId4">
                  <a:extLst>
                    <a:ext uri="{A12FA001-AC4F-418D-AE19-62706E023703}">
                      <ahyp:hlinkClr xmlns:ahyp="http://schemas.microsoft.com/office/drawing/2018/hyperlinkcolor" val="tx"/>
                    </a:ext>
                  </a:extLst>
                </a:hlinkClick>
              </a:rPr>
              <a:t>https://youtu.be/y7sXDpffzQQ</a:t>
            </a:r>
            <a:endParaRPr lang="en-US" sz="2000" b="0" strike="noStrike" spc="-1" dirty="0">
              <a:solidFill>
                <a:schemeClr val="bg1">
                  <a:lumMod val="75000"/>
                </a:schemeClr>
              </a:solidFill>
              <a:latin typeface="Times New Roman" panose="02020603050405020304" pitchFamily="18" charset="0"/>
              <a:cs typeface="Times New Roman" panose="02020603050405020304" pitchFamily="18" charset="0"/>
            </a:endParaRPr>
          </a:p>
          <a:p>
            <a:pPr marL="228600" indent="-228240">
              <a:lnSpc>
                <a:spcPct val="120000"/>
              </a:lnSpc>
              <a:spcBef>
                <a:spcPts val="1001"/>
              </a:spcBef>
              <a:buClr>
                <a:srgbClr val="FFFFFF"/>
              </a:buClr>
              <a:buSzPct val="125000"/>
              <a:buFont typeface="Arial"/>
              <a:buChar char="•"/>
            </a:pPr>
            <a:r>
              <a:rPr lang="en-IN" sz="2000" b="0" u="sng" strike="noStrike" spc="-1" dirty="0">
                <a:solidFill>
                  <a:schemeClr val="bg1">
                    <a:lumMod val="75000"/>
                  </a:schemeClr>
                </a:solidFill>
                <a:uFillTx/>
                <a:latin typeface="Times New Roman" panose="02020603050405020304" pitchFamily="18" charset="0"/>
                <a:ea typeface="DejaVu Sans"/>
                <a:cs typeface="Times New Roman" panose="02020603050405020304" pitchFamily="18" charset="0"/>
                <a:hlinkClick r:id="rId5">
                  <a:extLst>
                    <a:ext uri="{A12FA001-AC4F-418D-AE19-62706E023703}">
                      <ahyp:hlinkClr xmlns:ahyp="http://schemas.microsoft.com/office/drawing/2018/hyperlinkcolor" val="tx"/>
                    </a:ext>
                  </a:extLst>
                </a:hlinkClick>
              </a:rPr>
              <a:t>https://youtu.be/ZKwYitIkSOE</a:t>
            </a:r>
            <a:endParaRPr lang="en-US" sz="2000" b="0" strike="noStrike" spc="-1" dirty="0">
              <a:solidFill>
                <a:schemeClr val="bg1">
                  <a:lumMod val="75000"/>
                </a:schemeClr>
              </a:solidFill>
              <a:latin typeface="Times New Roman" panose="02020603050405020304" pitchFamily="18" charset="0"/>
              <a:cs typeface="Times New Roman" panose="02020603050405020304" pitchFamily="18" charset="0"/>
            </a:endParaRPr>
          </a:p>
          <a:p>
            <a:pPr marL="228600" indent="-228240">
              <a:lnSpc>
                <a:spcPct val="120000"/>
              </a:lnSpc>
              <a:spcBef>
                <a:spcPts val="1001"/>
              </a:spcBef>
              <a:buClr>
                <a:srgbClr val="FFFFFF"/>
              </a:buClr>
              <a:buSzPct val="125000"/>
              <a:buFont typeface="Arial"/>
              <a:buChar char="•"/>
            </a:pPr>
            <a:r>
              <a:rPr lang="en-IN" sz="2000" b="0" u="sng" strike="noStrike" spc="-1" dirty="0">
                <a:solidFill>
                  <a:schemeClr val="bg1">
                    <a:lumMod val="75000"/>
                  </a:schemeClr>
                </a:solidFill>
                <a:uFillTx/>
                <a:latin typeface="Times New Roman" panose="02020603050405020304" pitchFamily="18" charset="0"/>
                <a:ea typeface="DejaVu Sans"/>
                <a:cs typeface="Times New Roman" panose="02020603050405020304" pitchFamily="18" charset="0"/>
                <a:hlinkClick r:id="rId6">
                  <a:extLst>
                    <a:ext uri="{A12FA001-AC4F-418D-AE19-62706E023703}">
                      <ahyp:hlinkClr xmlns:ahyp="http://schemas.microsoft.com/office/drawing/2018/hyperlinkcolor" val="tx"/>
                    </a:ext>
                  </a:extLst>
                </a:hlinkClick>
              </a:rPr>
              <a:t>https://www.researchgate.net/publication/352113408_RECON_Relation_Extraction_using_Knowledge_Graph_Context_in_a_Graph_Neural_Network</a:t>
            </a:r>
            <a:r>
              <a:rPr lang="en-IN" sz="2000" b="0" strike="noStrike" spc="-1" dirty="0">
                <a:solidFill>
                  <a:schemeClr val="bg1">
                    <a:lumMod val="75000"/>
                  </a:schemeClr>
                </a:solidFill>
                <a:latin typeface="Times New Roman" panose="02020603050405020304" pitchFamily="18" charset="0"/>
                <a:ea typeface="DejaVu Sans"/>
                <a:cs typeface="Times New Roman" panose="02020603050405020304" pitchFamily="18" charset="0"/>
              </a:rPr>
              <a:t> </a:t>
            </a:r>
            <a:endParaRPr lang="en-US" sz="2000" b="0" strike="noStrike" spc="-1" dirty="0">
              <a:solidFill>
                <a:schemeClr val="bg1">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itle 1"/>
          <p:cNvSpPr/>
          <p:nvPr/>
        </p:nvSpPr>
        <p:spPr>
          <a:xfrm>
            <a:off x="3590280" y="2346480"/>
            <a:ext cx="539604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IN" sz="6000" b="1" strike="noStrike" cap="all" spc="-1" dirty="0">
                <a:solidFill>
                  <a:srgbClr val="E798B0"/>
                </a:solidFill>
                <a:latin typeface="Tw Cen MT"/>
                <a:ea typeface="DejaVu Sans"/>
              </a:rPr>
              <a:t>THANK YOU</a:t>
            </a:r>
            <a:endParaRPr lang="en-US" sz="6000" b="0" strike="noStrike" spc="-1" dirty="0">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2090</TotalTime>
  <Words>2325</Words>
  <Application>Microsoft Office PowerPoint</Application>
  <PresentationFormat>Widescreen</PresentationFormat>
  <Paragraphs>295</Paragraphs>
  <Slides>55</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55</vt:i4>
      </vt:variant>
    </vt:vector>
  </HeadingPairs>
  <TitlesOfParts>
    <vt:vector size="66" baseType="lpstr">
      <vt:lpstr>Arial</vt:lpstr>
      <vt:lpstr>Calibri</vt:lpstr>
      <vt:lpstr>Courier New</vt:lpstr>
      <vt:lpstr>Söhne</vt:lpstr>
      <vt:lpstr>Symbol</vt:lpstr>
      <vt:lpstr>Times New Roman</vt:lpstr>
      <vt:lpstr>Tw Cen MT</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ABSTRACT</vt:lpstr>
      <vt:lpstr>PowerPoint Presentation</vt:lpstr>
      <vt:lpstr>PowerPoint Presentation</vt:lpstr>
      <vt:lpstr>PowerPoint Presentation</vt:lpstr>
      <vt:lpstr>PowerPoint Presentation</vt:lpstr>
      <vt:lpstr> GP GNN(graph neural networks with generated parameters) algorithm </vt:lpstr>
      <vt:lpstr>PowerPoint Presentation</vt:lpstr>
      <vt:lpstr>Removing Stop Words</vt:lpstr>
      <vt:lpstr>Tokenization and Keyword generation </vt:lpstr>
      <vt:lpstr>PowerPoint Presentation</vt:lpstr>
      <vt:lpstr>PowerPoint Presentation</vt:lpstr>
      <vt:lpstr>PowerPoint Presentation</vt:lpstr>
      <vt:lpstr>PowerPoint Presentation</vt:lpstr>
      <vt:lpstr>PowerPoint Presentation</vt:lpstr>
      <vt:lpstr>PowerPoint Presentation</vt:lpstr>
      <vt:lpstr>Named Entity Recognition </vt:lpstr>
      <vt:lpstr>Splitting Data into Words</vt:lpstr>
      <vt:lpstr>PowerPoint Presentation</vt:lpstr>
      <vt:lpstr>PowerPoint Presentation</vt:lpstr>
      <vt:lpstr>BIO Tagging </vt:lpstr>
      <vt:lpstr>PowerPoint Presentation</vt:lpstr>
      <vt:lpstr>Numeric feature extraction </vt:lpstr>
      <vt:lpstr>PowerPoint Presentation</vt:lpstr>
      <vt:lpstr>PowerPoint Presentation</vt:lpstr>
      <vt:lpstr>PowerPoint Presentation</vt:lpstr>
      <vt:lpstr>PowerPoint Presentation</vt:lpstr>
      <vt:lpstr>LSTM </vt:lpstr>
      <vt:lpstr>PowerPoint Presentation</vt:lpstr>
      <vt:lpstr>PowerPoint Presentation</vt:lpstr>
      <vt:lpstr>Decision Tree </vt:lpstr>
      <vt:lpstr>PowerPoint Presentation</vt:lpstr>
      <vt:lpstr>PowerPoint Presentation</vt:lpstr>
      <vt:lpstr>PowerPoint Presentation</vt:lpstr>
      <vt:lpstr>PowerPoint Presentation</vt:lpstr>
      <vt:lpstr>Results and Discussions</vt:lpstr>
      <vt:lpstr>Analysis and findings</vt:lpstr>
      <vt:lpstr>Plan for Phase II</vt:lpstr>
      <vt:lpstr>TIMELINE</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sithara jp</dc:creator>
  <dc:description/>
  <cp:lastModifiedBy>Sneha Nair</cp:lastModifiedBy>
  <cp:revision>528</cp:revision>
  <dcterms:created xsi:type="dcterms:W3CDTF">2022-08-08T04:19:01Z</dcterms:created>
  <dcterms:modified xsi:type="dcterms:W3CDTF">2026-03-24T17:07:41Z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21</vt:i4>
  </property>
</Properties>
</file>